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90D3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483005" y="1147659"/>
            <a:ext cx="8467090" cy="1938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2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0397" y="4771838"/>
            <a:ext cx="7411084" cy="35229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Lucida Sans Unicode"/>
                <a:cs typeface="Lucida Sans Unicode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50712" y="0"/>
            <a:ext cx="10137775" cy="10287000"/>
          </a:xfrm>
          <a:custGeom>
            <a:avLst/>
            <a:gdLst/>
            <a:ahLst/>
            <a:cxnLst/>
            <a:rect l="l" t="t" r="r" b="b"/>
            <a:pathLst>
              <a:path w="10137775" h="10287000">
                <a:moveTo>
                  <a:pt x="0" y="10286999"/>
                </a:moveTo>
                <a:lnTo>
                  <a:pt x="10137285" y="10286999"/>
                </a:lnTo>
                <a:lnTo>
                  <a:pt x="10137285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290D3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50712" cy="10283907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895174" y="3353400"/>
            <a:ext cx="497840" cy="497840"/>
          </a:xfrm>
          <a:custGeom>
            <a:avLst/>
            <a:gdLst/>
            <a:ahLst/>
            <a:cxnLst/>
            <a:rect l="l" t="t" r="r" b="b"/>
            <a:pathLst>
              <a:path w="497840" h="497839">
                <a:moveTo>
                  <a:pt x="248824" y="497648"/>
                </a:moveTo>
                <a:lnTo>
                  <a:pt x="204097" y="493639"/>
                </a:lnTo>
                <a:lnTo>
                  <a:pt x="162001" y="482081"/>
                </a:lnTo>
                <a:lnTo>
                  <a:pt x="123237" y="463676"/>
                </a:lnTo>
                <a:lnTo>
                  <a:pt x="88510" y="439127"/>
                </a:lnTo>
                <a:lnTo>
                  <a:pt x="58520" y="409138"/>
                </a:lnTo>
                <a:lnTo>
                  <a:pt x="33971" y="374410"/>
                </a:lnTo>
                <a:lnTo>
                  <a:pt x="15567" y="335646"/>
                </a:lnTo>
                <a:lnTo>
                  <a:pt x="4008" y="293550"/>
                </a:lnTo>
                <a:lnTo>
                  <a:pt x="0" y="248824"/>
                </a:lnTo>
                <a:lnTo>
                  <a:pt x="4008" y="204097"/>
                </a:lnTo>
                <a:lnTo>
                  <a:pt x="15567" y="162001"/>
                </a:lnTo>
                <a:lnTo>
                  <a:pt x="33971" y="123237"/>
                </a:lnTo>
                <a:lnTo>
                  <a:pt x="58520" y="88509"/>
                </a:lnTo>
                <a:lnTo>
                  <a:pt x="88510" y="58520"/>
                </a:lnTo>
                <a:lnTo>
                  <a:pt x="123237" y="33971"/>
                </a:lnTo>
                <a:lnTo>
                  <a:pt x="162001" y="15567"/>
                </a:lnTo>
                <a:lnTo>
                  <a:pt x="204097" y="4008"/>
                </a:lnTo>
                <a:lnTo>
                  <a:pt x="248824" y="0"/>
                </a:lnTo>
                <a:lnTo>
                  <a:pt x="293550" y="4008"/>
                </a:lnTo>
                <a:lnTo>
                  <a:pt x="335646" y="15567"/>
                </a:lnTo>
                <a:lnTo>
                  <a:pt x="374410" y="33971"/>
                </a:lnTo>
                <a:lnTo>
                  <a:pt x="409138" y="58520"/>
                </a:lnTo>
                <a:lnTo>
                  <a:pt x="439128" y="88509"/>
                </a:lnTo>
                <a:lnTo>
                  <a:pt x="463676" y="123237"/>
                </a:lnTo>
                <a:lnTo>
                  <a:pt x="482081" y="162001"/>
                </a:lnTo>
                <a:lnTo>
                  <a:pt x="493639" y="204097"/>
                </a:lnTo>
                <a:lnTo>
                  <a:pt x="497648" y="248824"/>
                </a:lnTo>
                <a:lnTo>
                  <a:pt x="493639" y="293550"/>
                </a:lnTo>
                <a:lnTo>
                  <a:pt x="482081" y="335646"/>
                </a:lnTo>
                <a:lnTo>
                  <a:pt x="463676" y="374410"/>
                </a:lnTo>
                <a:lnTo>
                  <a:pt x="439128" y="409138"/>
                </a:lnTo>
                <a:lnTo>
                  <a:pt x="409138" y="439127"/>
                </a:lnTo>
                <a:lnTo>
                  <a:pt x="374410" y="463676"/>
                </a:lnTo>
                <a:lnTo>
                  <a:pt x="335646" y="482081"/>
                </a:lnTo>
                <a:lnTo>
                  <a:pt x="293550" y="493639"/>
                </a:lnTo>
                <a:lnTo>
                  <a:pt x="248824" y="497648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9390936" y="3788820"/>
            <a:ext cx="7880984" cy="10350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600" spc="200"/>
              <a:t>ONLINE</a:t>
            </a:r>
            <a:r>
              <a:rPr dirty="0" sz="6600" spc="-150"/>
              <a:t> </a:t>
            </a:r>
            <a:r>
              <a:rPr dirty="0" sz="6600" spc="459"/>
              <a:t>AUCTION</a:t>
            </a:r>
            <a:r>
              <a:rPr dirty="0" sz="6600" spc="-150"/>
              <a:t> </a:t>
            </a:r>
            <a:r>
              <a:rPr dirty="0" sz="6600" spc="565"/>
              <a:t>/</a:t>
            </a:r>
            <a:endParaRPr sz="6600"/>
          </a:p>
        </p:txBody>
      </p:sp>
      <p:sp>
        <p:nvSpPr>
          <p:cNvPr id="6" name="object 6"/>
          <p:cNvSpPr txBox="1"/>
          <p:nvPr/>
        </p:nvSpPr>
        <p:spPr>
          <a:xfrm>
            <a:off x="10102335" y="4731795"/>
            <a:ext cx="7169784" cy="10350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600" spc="450" b="1">
                <a:solidFill>
                  <a:srgbClr val="FFFFFF"/>
                </a:solidFill>
                <a:latin typeface="Trebuchet MS"/>
                <a:cs typeface="Trebuchet MS"/>
              </a:rPr>
              <a:t>BIDDING</a:t>
            </a:r>
            <a:r>
              <a:rPr dirty="0" sz="66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600" spc="420" b="1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endParaRPr sz="6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8931" y="1094839"/>
            <a:ext cx="1203325" cy="8097520"/>
          </a:xfrm>
          <a:prstGeom prst="rect">
            <a:avLst/>
          </a:prstGeom>
        </p:spPr>
        <p:txBody>
          <a:bodyPr wrap="square" lIns="0" tIns="5715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6600" spc="-495">
                <a:solidFill>
                  <a:srgbClr val="E5B0FE"/>
                </a:solidFill>
                <a:latin typeface="Arial Black"/>
                <a:cs typeface="Arial Black"/>
              </a:rPr>
              <a:t>CRT</a:t>
            </a:r>
            <a:r>
              <a:rPr dirty="0" sz="6600" spc="-665">
                <a:solidFill>
                  <a:srgbClr val="E5B0FE"/>
                </a:solidFill>
                <a:latin typeface="Arial Black"/>
                <a:cs typeface="Arial Black"/>
              </a:rPr>
              <a:t> </a:t>
            </a:r>
            <a:r>
              <a:rPr dirty="0" sz="6600" spc="-300">
                <a:solidFill>
                  <a:srgbClr val="E5B0FE"/>
                </a:solidFill>
                <a:latin typeface="Arial Black"/>
                <a:cs typeface="Arial Black"/>
              </a:rPr>
              <a:t>MINI</a:t>
            </a:r>
            <a:r>
              <a:rPr dirty="0" sz="6600" spc="-665">
                <a:solidFill>
                  <a:srgbClr val="E5B0FE"/>
                </a:solidFill>
                <a:latin typeface="Arial Black"/>
                <a:cs typeface="Arial Black"/>
              </a:rPr>
              <a:t> </a:t>
            </a:r>
            <a:r>
              <a:rPr dirty="0" sz="6600" spc="-525">
                <a:solidFill>
                  <a:srgbClr val="E5B0FE"/>
                </a:solidFill>
                <a:latin typeface="Arial Black"/>
                <a:cs typeface="Arial Black"/>
              </a:rPr>
              <a:t>PROJECT</a:t>
            </a:r>
            <a:endParaRPr sz="660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11716" y="5627279"/>
            <a:ext cx="8160384" cy="292163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algn="r" marL="5262245" marR="5080" indent="2439670">
              <a:lnSpc>
                <a:spcPts val="3220"/>
              </a:lnSpc>
              <a:spcBef>
                <a:spcPts val="400"/>
              </a:spcBef>
            </a:pPr>
            <a:r>
              <a:rPr dirty="0" sz="2850" spc="-25">
                <a:solidFill>
                  <a:srgbClr val="FFFFFF"/>
                </a:solidFill>
                <a:latin typeface="Lucida Sans Unicode"/>
                <a:cs typeface="Lucida Sans Unicode"/>
              </a:rPr>
              <a:t>BY </a:t>
            </a:r>
            <a:r>
              <a:rPr dirty="0" sz="2850" spc="-10">
                <a:solidFill>
                  <a:srgbClr val="FFFFFF"/>
                </a:solidFill>
                <a:latin typeface="Lucida Sans Unicode"/>
                <a:cs typeface="Lucida Sans Unicode"/>
              </a:rPr>
              <a:t>N.DIVAKAR G.LIKITH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P.CHARAN</a:t>
            </a:r>
            <a:r>
              <a:rPr dirty="0" sz="2850" spc="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20">
                <a:solidFill>
                  <a:srgbClr val="FFFFFF"/>
                </a:solidFill>
                <a:latin typeface="Lucida Sans Unicode"/>
                <a:cs typeface="Lucida Sans Unicode"/>
              </a:rPr>
              <a:t>TEJA,</a:t>
            </a:r>
            <a:endParaRPr sz="2850">
              <a:latin typeface="Lucida Sans Unicode"/>
              <a:cs typeface="Lucida Sans Unicode"/>
            </a:endParaRPr>
          </a:p>
          <a:p>
            <a:pPr algn="r" marL="12700" marR="5080" indent="6877050">
              <a:lnSpc>
                <a:spcPts val="3229"/>
              </a:lnSpc>
              <a:spcBef>
                <a:spcPts val="10"/>
              </a:spcBef>
            </a:pPr>
            <a:r>
              <a:rPr dirty="0" sz="2850" spc="-25">
                <a:solidFill>
                  <a:srgbClr val="FFFFFF"/>
                </a:solidFill>
                <a:latin typeface="Lucida Sans Unicode"/>
                <a:cs typeface="Lucida Sans Unicode"/>
              </a:rPr>
              <a:t>B.TECH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ANNAMACHARYA</a:t>
            </a:r>
            <a:r>
              <a:rPr dirty="0" sz="2850" spc="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55">
                <a:solidFill>
                  <a:srgbClr val="FFFFFF"/>
                </a:solidFill>
                <a:latin typeface="Lucida Sans Unicode"/>
                <a:cs typeface="Lucida Sans Unicode"/>
              </a:rPr>
              <a:t>INSTITUTE</a:t>
            </a:r>
            <a:r>
              <a:rPr dirty="0" sz="2850" spc="1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2850" spc="2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0">
                <a:solidFill>
                  <a:srgbClr val="FFFFFF"/>
                </a:solidFill>
                <a:latin typeface="Lucida Sans Unicode"/>
                <a:cs typeface="Lucida Sans Unicode"/>
              </a:rPr>
              <a:t>TECHNOLOGY</a:t>
            </a:r>
            <a:endParaRPr sz="2850">
              <a:latin typeface="Lucida Sans Unicode"/>
              <a:cs typeface="Lucida Sans Unicode"/>
            </a:endParaRPr>
          </a:p>
          <a:p>
            <a:pPr algn="r" marR="5080">
              <a:lnSpc>
                <a:spcPts val="3145"/>
              </a:lnSpc>
            </a:pPr>
            <a:r>
              <a:rPr dirty="0" sz="28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28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55">
                <a:solidFill>
                  <a:srgbClr val="FFFFFF"/>
                </a:solidFill>
                <a:latin typeface="Lucida Sans Unicode"/>
                <a:cs typeface="Lucida Sans Unicode"/>
              </a:rPr>
              <a:t>SCIENCES,</a:t>
            </a:r>
            <a:r>
              <a:rPr dirty="0" sz="28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850" spc="-10">
                <a:solidFill>
                  <a:srgbClr val="FFFFFF"/>
                </a:solidFill>
                <a:latin typeface="Lucida Sans Unicode"/>
                <a:cs typeface="Lucida Sans Unicode"/>
              </a:rPr>
              <a:t>TIRUPATI</a:t>
            </a:r>
            <a:endParaRPr sz="285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24474" y="1764411"/>
            <a:ext cx="2847975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195">
                <a:solidFill>
                  <a:srgbClr val="E2E2E2"/>
                </a:solidFill>
                <a:latin typeface="Trebuchet MS"/>
                <a:cs typeface="Trebuchet MS"/>
              </a:rPr>
              <a:t>Academic</a:t>
            </a:r>
            <a:r>
              <a:rPr dirty="0" sz="1700" spc="250">
                <a:solidFill>
                  <a:srgbClr val="E2E2E2"/>
                </a:solidFill>
                <a:latin typeface="Trebuchet MS"/>
                <a:cs typeface="Trebuchet MS"/>
              </a:rPr>
              <a:t> </a:t>
            </a:r>
            <a:r>
              <a:rPr dirty="0" sz="1700" spc="114">
                <a:solidFill>
                  <a:srgbClr val="E2E2E2"/>
                </a:solidFill>
                <a:latin typeface="Trebuchet MS"/>
                <a:cs typeface="Trebuchet MS"/>
              </a:rPr>
              <a:t>Year</a:t>
            </a:r>
            <a:r>
              <a:rPr dirty="0" sz="1700" spc="265">
                <a:solidFill>
                  <a:srgbClr val="E2E2E2"/>
                </a:solidFill>
                <a:latin typeface="Trebuchet MS"/>
                <a:cs typeface="Trebuchet MS"/>
              </a:rPr>
              <a:t> </a:t>
            </a:r>
            <a:r>
              <a:rPr dirty="0" sz="1700" spc="235">
                <a:solidFill>
                  <a:srgbClr val="E2E2E2"/>
                </a:solidFill>
                <a:latin typeface="Trebuchet MS"/>
                <a:cs typeface="Trebuchet MS"/>
              </a:rPr>
              <a:t>2023</a:t>
            </a:r>
            <a:r>
              <a:rPr dirty="0" sz="1700" spc="-330">
                <a:solidFill>
                  <a:srgbClr val="E2E2E2"/>
                </a:solidFill>
                <a:latin typeface="Trebuchet MS"/>
                <a:cs typeface="Trebuchet MS"/>
              </a:rPr>
              <a:t> </a:t>
            </a:r>
            <a:r>
              <a:rPr dirty="0" sz="1700" spc="459">
                <a:solidFill>
                  <a:srgbClr val="E2E2E2"/>
                </a:solidFill>
                <a:latin typeface="Trebuchet MS"/>
                <a:cs typeface="Trebuchet MS"/>
              </a:rPr>
              <a:t>–</a:t>
            </a:r>
            <a:r>
              <a:rPr dirty="0" sz="1700" spc="70">
                <a:solidFill>
                  <a:srgbClr val="E2E2E2"/>
                </a:solidFill>
                <a:latin typeface="Trebuchet MS"/>
                <a:cs typeface="Trebuchet MS"/>
              </a:rPr>
              <a:t>27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6920" y="764900"/>
            <a:ext cx="7635240" cy="6706870"/>
            <a:chOff x="9566920" y="764900"/>
            <a:chExt cx="7635240" cy="6706870"/>
          </a:xfrm>
        </p:grpSpPr>
        <p:sp>
          <p:nvSpPr>
            <p:cNvPr id="3" name="object 3"/>
            <p:cNvSpPr/>
            <p:nvPr/>
          </p:nvSpPr>
          <p:spPr>
            <a:xfrm>
              <a:off x="10068973" y="1045314"/>
              <a:ext cx="6637020" cy="6426200"/>
            </a:xfrm>
            <a:custGeom>
              <a:avLst/>
              <a:gdLst/>
              <a:ahLst/>
              <a:cxnLst/>
              <a:rect l="l" t="t" r="r" b="b"/>
              <a:pathLst>
                <a:path w="6637019" h="6426200">
                  <a:moveTo>
                    <a:pt x="2702068" y="12700"/>
                  </a:moveTo>
                  <a:lnTo>
                    <a:pt x="1437034" y="12700"/>
                  </a:lnTo>
                  <a:lnTo>
                    <a:pt x="1485672" y="0"/>
                  </a:lnTo>
                  <a:lnTo>
                    <a:pt x="2646753" y="0"/>
                  </a:lnTo>
                  <a:lnTo>
                    <a:pt x="2702068" y="12700"/>
                  </a:lnTo>
                  <a:close/>
                </a:path>
                <a:path w="6637019" h="6426200">
                  <a:moveTo>
                    <a:pt x="2923975" y="25400"/>
                  </a:moveTo>
                  <a:lnTo>
                    <a:pt x="1294180" y="25400"/>
                  </a:lnTo>
                  <a:lnTo>
                    <a:pt x="1341270" y="12700"/>
                  </a:lnTo>
                  <a:lnTo>
                    <a:pt x="2868436" y="12700"/>
                  </a:lnTo>
                  <a:lnTo>
                    <a:pt x="2923975" y="25400"/>
                  </a:lnTo>
                  <a:close/>
                </a:path>
                <a:path w="6637019" h="6426200">
                  <a:moveTo>
                    <a:pt x="3090595" y="38100"/>
                  </a:moveTo>
                  <a:lnTo>
                    <a:pt x="1201670" y="38100"/>
                  </a:lnTo>
                  <a:lnTo>
                    <a:pt x="1247641" y="25400"/>
                  </a:lnTo>
                  <a:lnTo>
                    <a:pt x="3035072" y="25400"/>
                  </a:lnTo>
                  <a:lnTo>
                    <a:pt x="3090595" y="38100"/>
                  </a:lnTo>
                  <a:close/>
                </a:path>
                <a:path w="6637019" h="6426200">
                  <a:moveTo>
                    <a:pt x="3256857" y="50800"/>
                  </a:moveTo>
                  <a:lnTo>
                    <a:pt x="1111503" y="50800"/>
                  </a:lnTo>
                  <a:lnTo>
                    <a:pt x="1156285" y="38100"/>
                  </a:lnTo>
                  <a:lnTo>
                    <a:pt x="3201505" y="38100"/>
                  </a:lnTo>
                  <a:lnTo>
                    <a:pt x="3256857" y="50800"/>
                  </a:lnTo>
                  <a:close/>
                </a:path>
                <a:path w="6637019" h="6426200">
                  <a:moveTo>
                    <a:pt x="3367267" y="63500"/>
                  </a:moveTo>
                  <a:lnTo>
                    <a:pt x="1023818" y="63500"/>
                  </a:lnTo>
                  <a:lnTo>
                    <a:pt x="1067341" y="50800"/>
                  </a:lnTo>
                  <a:lnTo>
                    <a:pt x="3312116" y="50800"/>
                  </a:lnTo>
                  <a:lnTo>
                    <a:pt x="3367267" y="63500"/>
                  </a:lnTo>
                  <a:close/>
                </a:path>
                <a:path w="6637019" h="6426200">
                  <a:moveTo>
                    <a:pt x="3640771" y="88900"/>
                  </a:moveTo>
                  <a:lnTo>
                    <a:pt x="897247" y="88900"/>
                  </a:lnTo>
                  <a:lnTo>
                    <a:pt x="980949" y="63500"/>
                  </a:lnTo>
                  <a:lnTo>
                    <a:pt x="3477170" y="63500"/>
                  </a:lnTo>
                  <a:lnTo>
                    <a:pt x="3531889" y="76200"/>
                  </a:lnTo>
                  <a:lnTo>
                    <a:pt x="3586428" y="76200"/>
                  </a:lnTo>
                  <a:lnTo>
                    <a:pt x="3640771" y="88900"/>
                  </a:lnTo>
                  <a:close/>
                </a:path>
                <a:path w="6637019" h="6426200">
                  <a:moveTo>
                    <a:pt x="2200697" y="6413500"/>
                  </a:moveTo>
                  <a:lnTo>
                    <a:pt x="1642045" y="6413500"/>
                  </a:lnTo>
                  <a:lnTo>
                    <a:pt x="1564851" y="6388100"/>
                  </a:lnTo>
                  <a:lnTo>
                    <a:pt x="1526710" y="6388100"/>
                  </a:lnTo>
                  <a:lnTo>
                    <a:pt x="1341557" y="6324600"/>
                  </a:lnTo>
                  <a:lnTo>
                    <a:pt x="1235802" y="6286500"/>
                  </a:lnTo>
                  <a:lnTo>
                    <a:pt x="1201589" y="6261100"/>
                  </a:lnTo>
                  <a:lnTo>
                    <a:pt x="1134869" y="6235700"/>
                  </a:lnTo>
                  <a:lnTo>
                    <a:pt x="1102412" y="6210300"/>
                  </a:lnTo>
                  <a:lnTo>
                    <a:pt x="1070590" y="6184900"/>
                  </a:lnTo>
                  <a:lnTo>
                    <a:pt x="1039428" y="6172200"/>
                  </a:lnTo>
                  <a:lnTo>
                    <a:pt x="1008950" y="6146800"/>
                  </a:lnTo>
                  <a:lnTo>
                    <a:pt x="979183" y="6121400"/>
                  </a:lnTo>
                  <a:lnTo>
                    <a:pt x="950149" y="6096000"/>
                  </a:lnTo>
                  <a:lnTo>
                    <a:pt x="894384" y="6045200"/>
                  </a:lnTo>
                  <a:lnTo>
                    <a:pt x="841855" y="5994400"/>
                  </a:lnTo>
                  <a:lnTo>
                    <a:pt x="792760" y="5943600"/>
                  </a:lnTo>
                  <a:lnTo>
                    <a:pt x="769562" y="5905500"/>
                  </a:lnTo>
                  <a:lnTo>
                    <a:pt x="747297" y="5880100"/>
                  </a:lnTo>
                  <a:lnTo>
                    <a:pt x="725990" y="5842000"/>
                  </a:lnTo>
                  <a:lnTo>
                    <a:pt x="705666" y="5816600"/>
                  </a:lnTo>
                  <a:lnTo>
                    <a:pt x="686349" y="5778500"/>
                  </a:lnTo>
                  <a:lnTo>
                    <a:pt x="668064" y="5740400"/>
                  </a:lnTo>
                  <a:lnTo>
                    <a:pt x="650836" y="5715000"/>
                  </a:lnTo>
                  <a:lnTo>
                    <a:pt x="634691" y="5676900"/>
                  </a:lnTo>
                  <a:lnTo>
                    <a:pt x="619652" y="5638800"/>
                  </a:lnTo>
                  <a:lnTo>
                    <a:pt x="605745" y="5600700"/>
                  </a:lnTo>
                  <a:lnTo>
                    <a:pt x="592994" y="5562600"/>
                  </a:lnTo>
                  <a:lnTo>
                    <a:pt x="581425" y="5524500"/>
                  </a:lnTo>
                  <a:lnTo>
                    <a:pt x="571061" y="5473700"/>
                  </a:lnTo>
                  <a:lnTo>
                    <a:pt x="561929" y="5435600"/>
                  </a:lnTo>
                  <a:lnTo>
                    <a:pt x="554052" y="5397500"/>
                  </a:lnTo>
                  <a:lnTo>
                    <a:pt x="547456" y="5346700"/>
                  </a:lnTo>
                  <a:lnTo>
                    <a:pt x="542166" y="5308600"/>
                  </a:lnTo>
                  <a:lnTo>
                    <a:pt x="538205" y="5257800"/>
                  </a:lnTo>
                  <a:lnTo>
                    <a:pt x="535600" y="5219700"/>
                  </a:lnTo>
                  <a:lnTo>
                    <a:pt x="534374" y="5168900"/>
                  </a:lnTo>
                  <a:lnTo>
                    <a:pt x="534464" y="5143500"/>
                  </a:lnTo>
                  <a:lnTo>
                    <a:pt x="536162" y="5080000"/>
                  </a:lnTo>
                  <a:lnTo>
                    <a:pt x="539225" y="5029200"/>
                  </a:lnTo>
                  <a:lnTo>
                    <a:pt x="543767" y="4978400"/>
                  </a:lnTo>
                  <a:lnTo>
                    <a:pt x="549814" y="4927600"/>
                  </a:lnTo>
                  <a:lnTo>
                    <a:pt x="557389" y="4876800"/>
                  </a:lnTo>
                  <a:lnTo>
                    <a:pt x="566518" y="4826000"/>
                  </a:lnTo>
                  <a:lnTo>
                    <a:pt x="577225" y="4762500"/>
                  </a:lnTo>
                  <a:lnTo>
                    <a:pt x="589536" y="4711700"/>
                  </a:lnTo>
                  <a:lnTo>
                    <a:pt x="603475" y="4660900"/>
                  </a:lnTo>
                  <a:lnTo>
                    <a:pt x="619067" y="4597400"/>
                  </a:lnTo>
                  <a:lnTo>
                    <a:pt x="631433" y="4559300"/>
                  </a:lnTo>
                  <a:lnTo>
                    <a:pt x="642588" y="4508500"/>
                  </a:lnTo>
                  <a:lnTo>
                    <a:pt x="652559" y="4470400"/>
                  </a:lnTo>
                  <a:lnTo>
                    <a:pt x="661373" y="4419600"/>
                  </a:lnTo>
                  <a:lnTo>
                    <a:pt x="669056" y="4368800"/>
                  </a:lnTo>
                  <a:lnTo>
                    <a:pt x="675636" y="4330700"/>
                  </a:lnTo>
                  <a:lnTo>
                    <a:pt x="681140" y="4279900"/>
                  </a:lnTo>
                  <a:lnTo>
                    <a:pt x="685594" y="4229100"/>
                  </a:lnTo>
                  <a:lnTo>
                    <a:pt x="689027" y="4191000"/>
                  </a:lnTo>
                  <a:lnTo>
                    <a:pt x="691464" y="4140200"/>
                  </a:lnTo>
                  <a:lnTo>
                    <a:pt x="692933" y="4089400"/>
                  </a:lnTo>
                  <a:lnTo>
                    <a:pt x="693461" y="4038600"/>
                  </a:lnTo>
                  <a:lnTo>
                    <a:pt x="693074" y="4000500"/>
                  </a:lnTo>
                  <a:lnTo>
                    <a:pt x="691801" y="3949700"/>
                  </a:lnTo>
                  <a:lnTo>
                    <a:pt x="689667" y="3898900"/>
                  </a:lnTo>
                  <a:lnTo>
                    <a:pt x="686700" y="3848100"/>
                  </a:lnTo>
                  <a:lnTo>
                    <a:pt x="682927" y="3810000"/>
                  </a:lnTo>
                  <a:lnTo>
                    <a:pt x="678375" y="3759200"/>
                  </a:lnTo>
                  <a:lnTo>
                    <a:pt x="673071" y="3708400"/>
                  </a:lnTo>
                  <a:lnTo>
                    <a:pt x="667042" y="3657600"/>
                  </a:lnTo>
                  <a:lnTo>
                    <a:pt x="660314" y="3606800"/>
                  </a:lnTo>
                  <a:lnTo>
                    <a:pt x="652916" y="3556000"/>
                  </a:lnTo>
                  <a:lnTo>
                    <a:pt x="644873" y="3517900"/>
                  </a:lnTo>
                  <a:lnTo>
                    <a:pt x="636214" y="3467100"/>
                  </a:lnTo>
                  <a:lnTo>
                    <a:pt x="626965" y="3416300"/>
                  </a:lnTo>
                  <a:lnTo>
                    <a:pt x="617152" y="3365500"/>
                  </a:lnTo>
                  <a:lnTo>
                    <a:pt x="606804" y="3314700"/>
                  </a:lnTo>
                  <a:lnTo>
                    <a:pt x="595946" y="3263900"/>
                  </a:lnTo>
                  <a:lnTo>
                    <a:pt x="584607" y="3213100"/>
                  </a:lnTo>
                  <a:lnTo>
                    <a:pt x="572812" y="3175000"/>
                  </a:lnTo>
                  <a:lnTo>
                    <a:pt x="560590" y="3124200"/>
                  </a:lnTo>
                  <a:lnTo>
                    <a:pt x="547967" y="3073400"/>
                  </a:lnTo>
                  <a:lnTo>
                    <a:pt x="534970" y="3022600"/>
                  </a:lnTo>
                  <a:lnTo>
                    <a:pt x="521625" y="2971800"/>
                  </a:lnTo>
                  <a:lnTo>
                    <a:pt x="507961" y="2921000"/>
                  </a:lnTo>
                  <a:lnTo>
                    <a:pt x="494005" y="2870200"/>
                  </a:lnTo>
                  <a:lnTo>
                    <a:pt x="479782" y="2832100"/>
                  </a:lnTo>
                  <a:lnTo>
                    <a:pt x="465320" y="2781300"/>
                  </a:lnTo>
                  <a:lnTo>
                    <a:pt x="450647" y="2730500"/>
                  </a:lnTo>
                  <a:lnTo>
                    <a:pt x="435789" y="2679700"/>
                  </a:lnTo>
                  <a:lnTo>
                    <a:pt x="420773" y="2628900"/>
                  </a:lnTo>
                  <a:lnTo>
                    <a:pt x="405626" y="2578100"/>
                  </a:lnTo>
                  <a:lnTo>
                    <a:pt x="390375" y="2527300"/>
                  </a:lnTo>
                  <a:lnTo>
                    <a:pt x="375047" y="2489200"/>
                  </a:lnTo>
                  <a:lnTo>
                    <a:pt x="344270" y="2387600"/>
                  </a:lnTo>
                  <a:lnTo>
                    <a:pt x="298204" y="2247900"/>
                  </a:lnTo>
                  <a:lnTo>
                    <a:pt x="282983" y="2197100"/>
                  </a:lnTo>
                  <a:lnTo>
                    <a:pt x="267874" y="2146300"/>
                  </a:lnTo>
                  <a:lnTo>
                    <a:pt x="252905" y="2108200"/>
                  </a:lnTo>
                  <a:lnTo>
                    <a:pt x="238102" y="2057400"/>
                  </a:lnTo>
                  <a:lnTo>
                    <a:pt x="223493" y="2006600"/>
                  </a:lnTo>
                  <a:lnTo>
                    <a:pt x="209103" y="1968500"/>
                  </a:lnTo>
                  <a:lnTo>
                    <a:pt x="194961" y="1917700"/>
                  </a:lnTo>
                  <a:lnTo>
                    <a:pt x="181094" y="1866900"/>
                  </a:lnTo>
                  <a:lnTo>
                    <a:pt x="167528" y="1828800"/>
                  </a:lnTo>
                  <a:lnTo>
                    <a:pt x="154290" y="1778000"/>
                  </a:lnTo>
                  <a:lnTo>
                    <a:pt x="141408" y="1727200"/>
                  </a:lnTo>
                  <a:lnTo>
                    <a:pt x="128908" y="1689100"/>
                  </a:lnTo>
                  <a:lnTo>
                    <a:pt x="116818" y="1638300"/>
                  </a:lnTo>
                  <a:lnTo>
                    <a:pt x="105164" y="1600200"/>
                  </a:lnTo>
                  <a:lnTo>
                    <a:pt x="93973" y="1549400"/>
                  </a:lnTo>
                  <a:lnTo>
                    <a:pt x="83273" y="1511300"/>
                  </a:lnTo>
                  <a:lnTo>
                    <a:pt x="73091" y="1460500"/>
                  </a:lnTo>
                  <a:lnTo>
                    <a:pt x="63453" y="1422400"/>
                  </a:lnTo>
                  <a:lnTo>
                    <a:pt x="54386" y="1384300"/>
                  </a:lnTo>
                  <a:lnTo>
                    <a:pt x="45918" y="1333500"/>
                  </a:lnTo>
                  <a:lnTo>
                    <a:pt x="38076" y="1295400"/>
                  </a:lnTo>
                  <a:lnTo>
                    <a:pt x="30886" y="1257300"/>
                  </a:lnTo>
                  <a:lnTo>
                    <a:pt x="24376" y="1206500"/>
                  </a:lnTo>
                  <a:lnTo>
                    <a:pt x="18572" y="1168400"/>
                  </a:lnTo>
                  <a:lnTo>
                    <a:pt x="13502" y="1130300"/>
                  </a:lnTo>
                  <a:lnTo>
                    <a:pt x="9192" y="1092200"/>
                  </a:lnTo>
                  <a:lnTo>
                    <a:pt x="5671" y="1041400"/>
                  </a:lnTo>
                  <a:lnTo>
                    <a:pt x="2963" y="1003300"/>
                  </a:lnTo>
                  <a:lnTo>
                    <a:pt x="1098" y="965200"/>
                  </a:lnTo>
                  <a:lnTo>
                    <a:pt x="101" y="927100"/>
                  </a:lnTo>
                  <a:lnTo>
                    <a:pt x="0" y="889000"/>
                  </a:lnTo>
                  <a:lnTo>
                    <a:pt x="821" y="850900"/>
                  </a:lnTo>
                  <a:lnTo>
                    <a:pt x="2592" y="812800"/>
                  </a:lnTo>
                  <a:lnTo>
                    <a:pt x="5340" y="774700"/>
                  </a:lnTo>
                  <a:lnTo>
                    <a:pt x="9103" y="749300"/>
                  </a:lnTo>
                  <a:lnTo>
                    <a:pt x="14200" y="723900"/>
                  </a:lnTo>
                  <a:lnTo>
                    <a:pt x="20612" y="685800"/>
                  </a:lnTo>
                  <a:lnTo>
                    <a:pt x="37312" y="635000"/>
                  </a:lnTo>
                  <a:lnTo>
                    <a:pt x="59066" y="584200"/>
                  </a:lnTo>
                  <a:lnTo>
                    <a:pt x="85734" y="533400"/>
                  </a:lnTo>
                  <a:lnTo>
                    <a:pt x="117178" y="482600"/>
                  </a:lnTo>
                  <a:lnTo>
                    <a:pt x="134647" y="469900"/>
                  </a:lnTo>
                  <a:lnTo>
                    <a:pt x="153257" y="444500"/>
                  </a:lnTo>
                  <a:lnTo>
                    <a:pt x="172992" y="419100"/>
                  </a:lnTo>
                  <a:lnTo>
                    <a:pt x="193834" y="406400"/>
                  </a:lnTo>
                  <a:lnTo>
                    <a:pt x="215766" y="381000"/>
                  </a:lnTo>
                  <a:lnTo>
                    <a:pt x="238770" y="368300"/>
                  </a:lnTo>
                  <a:lnTo>
                    <a:pt x="262828" y="342900"/>
                  </a:lnTo>
                  <a:lnTo>
                    <a:pt x="287924" y="330200"/>
                  </a:lnTo>
                  <a:lnTo>
                    <a:pt x="314040" y="304800"/>
                  </a:lnTo>
                  <a:lnTo>
                    <a:pt x="341159" y="292100"/>
                  </a:lnTo>
                  <a:lnTo>
                    <a:pt x="369263" y="279400"/>
                  </a:lnTo>
                  <a:lnTo>
                    <a:pt x="398335" y="254000"/>
                  </a:lnTo>
                  <a:lnTo>
                    <a:pt x="459313" y="228600"/>
                  </a:lnTo>
                  <a:lnTo>
                    <a:pt x="523955" y="203200"/>
                  </a:lnTo>
                  <a:lnTo>
                    <a:pt x="592121" y="177800"/>
                  </a:lnTo>
                  <a:lnTo>
                    <a:pt x="663672" y="152400"/>
                  </a:lnTo>
                  <a:lnTo>
                    <a:pt x="738469" y="127000"/>
                  </a:lnTo>
                  <a:lnTo>
                    <a:pt x="856448" y="88900"/>
                  </a:lnTo>
                  <a:lnTo>
                    <a:pt x="3694901" y="88900"/>
                  </a:lnTo>
                  <a:lnTo>
                    <a:pt x="3748800" y="101600"/>
                  </a:lnTo>
                  <a:lnTo>
                    <a:pt x="3802450" y="101600"/>
                  </a:lnTo>
                  <a:lnTo>
                    <a:pt x="3855835" y="114300"/>
                  </a:lnTo>
                  <a:lnTo>
                    <a:pt x="3908936" y="114300"/>
                  </a:lnTo>
                  <a:lnTo>
                    <a:pt x="3961737" y="127000"/>
                  </a:lnTo>
                  <a:lnTo>
                    <a:pt x="4014221" y="127000"/>
                  </a:lnTo>
                  <a:lnTo>
                    <a:pt x="4066369" y="139700"/>
                  </a:lnTo>
                  <a:lnTo>
                    <a:pt x="4118164" y="139700"/>
                  </a:lnTo>
                  <a:lnTo>
                    <a:pt x="4169590" y="152400"/>
                  </a:lnTo>
                  <a:lnTo>
                    <a:pt x="4207095" y="152400"/>
                  </a:lnTo>
                  <a:lnTo>
                    <a:pt x="4244710" y="165100"/>
                  </a:lnTo>
                  <a:lnTo>
                    <a:pt x="4282424" y="165100"/>
                  </a:lnTo>
                  <a:lnTo>
                    <a:pt x="4320226" y="177800"/>
                  </a:lnTo>
                  <a:lnTo>
                    <a:pt x="4358104" y="177800"/>
                  </a:lnTo>
                  <a:lnTo>
                    <a:pt x="4396046" y="190500"/>
                  </a:lnTo>
                  <a:lnTo>
                    <a:pt x="4434041" y="190500"/>
                  </a:lnTo>
                  <a:lnTo>
                    <a:pt x="4472078" y="203200"/>
                  </a:lnTo>
                  <a:lnTo>
                    <a:pt x="4510144" y="203200"/>
                  </a:lnTo>
                  <a:lnTo>
                    <a:pt x="4548229" y="215900"/>
                  </a:lnTo>
                  <a:lnTo>
                    <a:pt x="4586321" y="215900"/>
                  </a:lnTo>
                  <a:lnTo>
                    <a:pt x="4624408" y="228600"/>
                  </a:lnTo>
                  <a:lnTo>
                    <a:pt x="4662479" y="228600"/>
                  </a:lnTo>
                  <a:lnTo>
                    <a:pt x="4738526" y="254000"/>
                  </a:lnTo>
                  <a:lnTo>
                    <a:pt x="4776479" y="254000"/>
                  </a:lnTo>
                  <a:lnTo>
                    <a:pt x="4852188" y="279400"/>
                  </a:lnTo>
                  <a:lnTo>
                    <a:pt x="4889920" y="279400"/>
                  </a:lnTo>
                  <a:lnTo>
                    <a:pt x="5002490" y="317500"/>
                  </a:lnTo>
                  <a:lnTo>
                    <a:pt x="5039766" y="317500"/>
                  </a:lnTo>
                  <a:lnTo>
                    <a:pt x="5331865" y="419100"/>
                  </a:lnTo>
                  <a:lnTo>
                    <a:pt x="5575320" y="508000"/>
                  </a:lnTo>
                  <a:lnTo>
                    <a:pt x="5608930" y="533400"/>
                  </a:lnTo>
                  <a:lnTo>
                    <a:pt x="5675156" y="558800"/>
                  </a:lnTo>
                  <a:lnTo>
                    <a:pt x="5707749" y="584200"/>
                  </a:lnTo>
                  <a:lnTo>
                    <a:pt x="5771840" y="609600"/>
                  </a:lnTo>
                  <a:lnTo>
                    <a:pt x="5803315" y="635000"/>
                  </a:lnTo>
                  <a:lnTo>
                    <a:pt x="5834393" y="647700"/>
                  </a:lnTo>
                  <a:lnTo>
                    <a:pt x="5865063" y="673100"/>
                  </a:lnTo>
                  <a:lnTo>
                    <a:pt x="5895315" y="685800"/>
                  </a:lnTo>
                  <a:lnTo>
                    <a:pt x="5925135" y="711200"/>
                  </a:lnTo>
                  <a:lnTo>
                    <a:pt x="5954514" y="723900"/>
                  </a:lnTo>
                  <a:lnTo>
                    <a:pt x="5983439" y="749300"/>
                  </a:lnTo>
                  <a:lnTo>
                    <a:pt x="6011898" y="774700"/>
                  </a:lnTo>
                  <a:lnTo>
                    <a:pt x="6039881" y="800100"/>
                  </a:lnTo>
                  <a:lnTo>
                    <a:pt x="6067376" y="812800"/>
                  </a:lnTo>
                  <a:lnTo>
                    <a:pt x="6120854" y="863600"/>
                  </a:lnTo>
                  <a:lnTo>
                    <a:pt x="6172242" y="914400"/>
                  </a:lnTo>
                  <a:lnTo>
                    <a:pt x="6221446" y="965200"/>
                  </a:lnTo>
                  <a:lnTo>
                    <a:pt x="6268375" y="1016000"/>
                  </a:lnTo>
                  <a:lnTo>
                    <a:pt x="6312936" y="1066800"/>
                  </a:lnTo>
                  <a:lnTo>
                    <a:pt x="6355037" y="1130300"/>
                  </a:lnTo>
                  <a:lnTo>
                    <a:pt x="6375137" y="1155700"/>
                  </a:lnTo>
                  <a:lnTo>
                    <a:pt x="6394587" y="1181100"/>
                  </a:lnTo>
                  <a:lnTo>
                    <a:pt x="6413377" y="1219200"/>
                  </a:lnTo>
                  <a:lnTo>
                    <a:pt x="6431493" y="1244600"/>
                  </a:lnTo>
                  <a:lnTo>
                    <a:pt x="6448926" y="1282700"/>
                  </a:lnTo>
                  <a:lnTo>
                    <a:pt x="6465664" y="1308100"/>
                  </a:lnTo>
                  <a:lnTo>
                    <a:pt x="6481694" y="1346200"/>
                  </a:lnTo>
                  <a:lnTo>
                    <a:pt x="6497006" y="1371600"/>
                  </a:lnTo>
                  <a:lnTo>
                    <a:pt x="6511587" y="1409700"/>
                  </a:lnTo>
                  <a:lnTo>
                    <a:pt x="6525428" y="1447800"/>
                  </a:lnTo>
                  <a:lnTo>
                    <a:pt x="6538515" y="1473200"/>
                  </a:lnTo>
                  <a:lnTo>
                    <a:pt x="6550837" y="1511300"/>
                  </a:lnTo>
                  <a:lnTo>
                    <a:pt x="6562384" y="1549400"/>
                  </a:lnTo>
                  <a:lnTo>
                    <a:pt x="6573142" y="1587500"/>
                  </a:lnTo>
                  <a:lnTo>
                    <a:pt x="6583102" y="1625600"/>
                  </a:lnTo>
                  <a:lnTo>
                    <a:pt x="6592251" y="1663700"/>
                  </a:lnTo>
                  <a:lnTo>
                    <a:pt x="6600578" y="1701800"/>
                  </a:lnTo>
                  <a:lnTo>
                    <a:pt x="6608071" y="1739900"/>
                  </a:lnTo>
                  <a:lnTo>
                    <a:pt x="6614719" y="1790700"/>
                  </a:lnTo>
                  <a:lnTo>
                    <a:pt x="6620511" y="1828800"/>
                  </a:lnTo>
                  <a:lnTo>
                    <a:pt x="6625434" y="1866900"/>
                  </a:lnTo>
                  <a:lnTo>
                    <a:pt x="6629477" y="1905000"/>
                  </a:lnTo>
                  <a:lnTo>
                    <a:pt x="6632629" y="1955800"/>
                  </a:lnTo>
                  <a:lnTo>
                    <a:pt x="6634879" y="1993900"/>
                  </a:lnTo>
                  <a:lnTo>
                    <a:pt x="6636214" y="2044700"/>
                  </a:lnTo>
                  <a:lnTo>
                    <a:pt x="6636623" y="2082800"/>
                  </a:lnTo>
                  <a:lnTo>
                    <a:pt x="6636095" y="2133600"/>
                  </a:lnTo>
                  <a:lnTo>
                    <a:pt x="6634618" y="2184400"/>
                  </a:lnTo>
                  <a:lnTo>
                    <a:pt x="6632181" y="2222500"/>
                  </a:lnTo>
                  <a:lnTo>
                    <a:pt x="6628772" y="2273300"/>
                  </a:lnTo>
                  <a:lnTo>
                    <a:pt x="6624380" y="2324100"/>
                  </a:lnTo>
                  <a:lnTo>
                    <a:pt x="6618993" y="2374900"/>
                  </a:lnTo>
                  <a:lnTo>
                    <a:pt x="6612599" y="2425700"/>
                  </a:lnTo>
                  <a:lnTo>
                    <a:pt x="6605187" y="2476500"/>
                  </a:lnTo>
                  <a:lnTo>
                    <a:pt x="6596747" y="2527300"/>
                  </a:lnTo>
                  <a:lnTo>
                    <a:pt x="6587265" y="2578100"/>
                  </a:lnTo>
                  <a:lnTo>
                    <a:pt x="6576730" y="2641600"/>
                  </a:lnTo>
                  <a:lnTo>
                    <a:pt x="6565132" y="2692400"/>
                  </a:lnTo>
                  <a:lnTo>
                    <a:pt x="6552458" y="2743200"/>
                  </a:lnTo>
                  <a:lnTo>
                    <a:pt x="6538698" y="2806700"/>
                  </a:lnTo>
                  <a:lnTo>
                    <a:pt x="6523839" y="2857500"/>
                  </a:lnTo>
                  <a:lnTo>
                    <a:pt x="6507869" y="2921000"/>
                  </a:lnTo>
                  <a:lnTo>
                    <a:pt x="6490779" y="2971800"/>
                  </a:lnTo>
                  <a:lnTo>
                    <a:pt x="6472555" y="3035300"/>
                  </a:lnTo>
                  <a:lnTo>
                    <a:pt x="6453187" y="3098800"/>
                  </a:lnTo>
                  <a:lnTo>
                    <a:pt x="6432662" y="3162300"/>
                  </a:lnTo>
                  <a:lnTo>
                    <a:pt x="6410970" y="3225800"/>
                  </a:lnTo>
                  <a:lnTo>
                    <a:pt x="6388099" y="3276600"/>
                  </a:lnTo>
                  <a:lnTo>
                    <a:pt x="6361581" y="3340100"/>
                  </a:lnTo>
                  <a:lnTo>
                    <a:pt x="6334573" y="3403600"/>
                  </a:lnTo>
                  <a:lnTo>
                    <a:pt x="6307086" y="3467100"/>
                  </a:lnTo>
                  <a:lnTo>
                    <a:pt x="6279127" y="3530600"/>
                  </a:lnTo>
                  <a:lnTo>
                    <a:pt x="6250706" y="3594100"/>
                  </a:lnTo>
                  <a:lnTo>
                    <a:pt x="6221831" y="3644900"/>
                  </a:lnTo>
                  <a:lnTo>
                    <a:pt x="6192512" y="3708400"/>
                  </a:lnTo>
                  <a:lnTo>
                    <a:pt x="6162756" y="3759200"/>
                  </a:lnTo>
                  <a:lnTo>
                    <a:pt x="6132573" y="3822700"/>
                  </a:lnTo>
                  <a:lnTo>
                    <a:pt x="6101971" y="3873500"/>
                  </a:lnTo>
                  <a:lnTo>
                    <a:pt x="6070960" y="3937000"/>
                  </a:lnTo>
                  <a:lnTo>
                    <a:pt x="6039548" y="3987800"/>
                  </a:lnTo>
                  <a:lnTo>
                    <a:pt x="6007744" y="4038600"/>
                  </a:lnTo>
                  <a:lnTo>
                    <a:pt x="5975557" y="4089400"/>
                  </a:lnTo>
                  <a:lnTo>
                    <a:pt x="5942995" y="4140200"/>
                  </a:lnTo>
                  <a:lnTo>
                    <a:pt x="5910068" y="4191000"/>
                  </a:lnTo>
                  <a:lnTo>
                    <a:pt x="5876784" y="4241800"/>
                  </a:lnTo>
                  <a:lnTo>
                    <a:pt x="5843152" y="4292600"/>
                  </a:lnTo>
                  <a:lnTo>
                    <a:pt x="5809181" y="4343400"/>
                  </a:lnTo>
                  <a:lnTo>
                    <a:pt x="5774880" y="4381500"/>
                  </a:lnTo>
                  <a:lnTo>
                    <a:pt x="5740257" y="4432300"/>
                  </a:lnTo>
                  <a:lnTo>
                    <a:pt x="5705321" y="4483100"/>
                  </a:lnTo>
                  <a:lnTo>
                    <a:pt x="5670082" y="4521200"/>
                  </a:lnTo>
                  <a:lnTo>
                    <a:pt x="5634547" y="4572000"/>
                  </a:lnTo>
                  <a:lnTo>
                    <a:pt x="5562627" y="4648200"/>
                  </a:lnTo>
                  <a:lnTo>
                    <a:pt x="5526260" y="4699000"/>
                  </a:lnTo>
                  <a:lnTo>
                    <a:pt x="5489633" y="4737100"/>
                  </a:lnTo>
                  <a:lnTo>
                    <a:pt x="5378281" y="4851400"/>
                  </a:lnTo>
                  <a:lnTo>
                    <a:pt x="5264907" y="4965700"/>
                  </a:lnTo>
                  <a:lnTo>
                    <a:pt x="5149749" y="5080000"/>
                  </a:lnTo>
                  <a:lnTo>
                    <a:pt x="5111007" y="5105400"/>
                  </a:lnTo>
                  <a:lnTo>
                    <a:pt x="5033045" y="5181600"/>
                  </a:lnTo>
                  <a:lnTo>
                    <a:pt x="4993841" y="5207000"/>
                  </a:lnTo>
                  <a:lnTo>
                    <a:pt x="4954501" y="5245100"/>
                  </a:lnTo>
                  <a:lnTo>
                    <a:pt x="4875445" y="5295900"/>
                  </a:lnTo>
                  <a:lnTo>
                    <a:pt x="4835748" y="5334000"/>
                  </a:lnTo>
                  <a:lnTo>
                    <a:pt x="4756059" y="5384800"/>
                  </a:lnTo>
                  <a:lnTo>
                    <a:pt x="4716084" y="5422900"/>
                  </a:lnTo>
                  <a:lnTo>
                    <a:pt x="4354000" y="5651500"/>
                  </a:lnTo>
                  <a:lnTo>
                    <a:pt x="4313673" y="5664200"/>
                  </a:lnTo>
                  <a:lnTo>
                    <a:pt x="4192807" y="5740400"/>
                  </a:lnTo>
                  <a:lnTo>
                    <a:pt x="4152586" y="5753100"/>
                  </a:lnTo>
                  <a:lnTo>
                    <a:pt x="4072297" y="5803900"/>
                  </a:lnTo>
                  <a:lnTo>
                    <a:pt x="4032248" y="5816600"/>
                  </a:lnTo>
                  <a:lnTo>
                    <a:pt x="3992273" y="5842000"/>
                  </a:lnTo>
                  <a:lnTo>
                    <a:pt x="3912584" y="5867400"/>
                  </a:lnTo>
                  <a:lnTo>
                    <a:pt x="3872887" y="5892800"/>
                  </a:lnTo>
                  <a:lnTo>
                    <a:pt x="3833300" y="5905500"/>
                  </a:lnTo>
                  <a:lnTo>
                    <a:pt x="3793832" y="5930900"/>
                  </a:lnTo>
                  <a:lnTo>
                    <a:pt x="3676229" y="5969000"/>
                  </a:lnTo>
                  <a:lnTo>
                    <a:pt x="3637325" y="5994400"/>
                  </a:lnTo>
                  <a:lnTo>
                    <a:pt x="3370051" y="6083300"/>
                  </a:lnTo>
                  <a:lnTo>
                    <a:pt x="3332698" y="6108700"/>
                  </a:lnTo>
                  <a:lnTo>
                    <a:pt x="3295577" y="6108700"/>
                  </a:lnTo>
                  <a:lnTo>
                    <a:pt x="3258699" y="6121400"/>
                  </a:lnTo>
                  <a:lnTo>
                    <a:pt x="3008075" y="6210300"/>
                  </a:lnTo>
                  <a:lnTo>
                    <a:pt x="2973452" y="6210300"/>
                  </a:lnTo>
                  <a:lnTo>
                    <a:pt x="2871548" y="6248400"/>
                  </a:lnTo>
                  <a:lnTo>
                    <a:pt x="2838264" y="6248400"/>
                  </a:lnTo>
                  <a:lnTo>
                    <a:pt x="2740588" y="6286500"/>
                  </a:lnTo>
                  <a:lnTo>
                    <a:pt x="2708784" y="6286500"/>
                  </a:lnTo>
                  <a:lnTo>
                    <a:pt x="2646361" y="6311900"/>
                  </a:lnTo>
                  <a:lnTo>
                    <a:pt x="2615759" y="6311900"/>
                  </a:lnTo>
                  <a:lnTo>
                    <a:pt x="2555821" y="6324600"/>
                  </a:lnTo>
                  <a:lnTo>
                    <a:pt x="2441246" y="6362700"/>
                  </a:lnTo>
                  <a:lnTo>
                    <a:pt x="2413759" y="6362700"/>
                  </a:lnTo>
                  <a:lnTo>
                    <a:pt x="2386751" y="6375400"/>
                  </a:lnTo>
                  <a:lnTo>
                    <a:pt x="2360233" y="6375400"/>
                  </a:lnTo>
                  <a:lnTo>
                    <a:pt x="2280734" y="6400800"/>
                  </a:lnTo>
                  <a:lnTo>
                    <a:pt x="2240771" y="6400800"/>
                  </a:lnTo>
                  <a:lnTo>
                    <a:pt x="2200697" y="6413500"/>
                  </a:lnTo>
                  <a:close/>
                </a:path>
                <a:path w="6637019" h="6426200">
                  <a:moveTo>
                    <a:pt x="2120320" y="6426200"/>
                  </a:moveTo>
                  <a:lnTo>
                    <a:pt x="1720290" y="6426200"/>
                  </a:lnTo>
                  <a:lnTo>
                    <a:pt x="1681049" y="6413500"/>
                  </a:lnTo>
                  <a:lnTo>
                    <a:pt x="2160539" y="6413500"/>
                  </a:lnTo>
                  <a:lnTo>
                    <a:pt x="2120320" y="6426200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159" y="764900"/>
              <a:ext cx="6516321" cy="6324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66910" y="1178508"/>
              <a:ext cx="7635240" cy="4043045"/>
            </a:xfrm>
            <a:custGeom>
              <a:avLst/>
              <a:gdLst/>
              <a:ahLst/>
              <a:cxnLst/>
              <a:rect l="l" t="t" r="r" b="b"/>
              <a:pathLst>
                <a:path w="7635240" h="4043045">
                  <a:moveTo>
                    <a:pt x="537083" y="3774059"/>
                  </a:moveTo>
                  <a:lnTo>
                    <a:pt x="532752" y="3725786"/>
                  </a:lnTo>
                  <a:lnTo>
                    <a:pt x="520280" y="3680358"/>
                  </a:lnTo>
                  <a:lnTo>
                    <a:pt x="500418" y="3638524"/>
                  </a:lnTo>
                  <a:lnTo>
                    <a:pt x="473925" y="3601047"/>
                  </a:lnTo>
                  <a:lnTo>
                    <a:pt x="441553" y="3568674"/>
                  </a:lnTo>
                  <a:lnTo>
                    <a:pt x="404075" y="3542182"/>
                  </a:lnTo>
                  <a:lnTo>
                    <a:pt x="362242" y="3522319"/>
                  </a:lnTo>
                  <a:lnTo>
                    <a:pt x="316814" y="3509848"/>
                  </a:lnTo>
                  <a:lnTo>
                    <a:pt x="268541" y="3505517"/>
                  </a:lnTo>
                  <a:lnTo>
                    <a:pt x="220268" y="3509848"/>
                  </a:lnTo>
                  <a:lnTo>
                    <a:pt x="174840" y="3522319"/>
                  </a:lnTo>
                  <a:lnTo>
                    <a:pt x="133007" y="3542182"/>
                  </a:lnTo>
                  <a:lnTo>
                    <a:pt x="95529" y="3568674"/>
                  </a:lnTo>
                  <a:lnTo>
                    <a:pt x="63157" y="3601047"/>
                  </a:lnTo>
                  <a:lnTo>
                    <a:pt x="36664" y="3638524"/>
                  </a:lnTo>
                  <a:lnTo>
                    <a:pt x="16802" y="3680358"/>
                  </a:lnTo>
                  <a:lnTo>
                    <a:pt x="4330" y="3725786"/>
                  </a:lnTo>
                  <a:lnTo>
                    <a:pt x="0" y="3774059"/>
                  </a:lnTo>
                  <a:lnTo>
                    <a:pt x="4330" y="3822331"/>
                  </a:lnTo>
                  <a:lnTo>
                    <a:pt x="16802" y="3867759"/>
                  </a:lnTo>
                  <a:lnTo>
                    <a:pt x="36664" y="3909593"/>
                  </a:lnTo>
                  <a:lnTo>
                    <a:pt x="63157" y="3947071"/>
                  </a:lnTo>
                  <a:lnTo>
                    <a:pt x="95529" y="3979443"/>
                  </a:lnTo>
                  <a:lnTo>
                    <a:pt x="133007" y="4005935"/>
                  </a:lnTo>
                  <a:lnTo>
                    <a:pt x="174840" y="4025798"/>
                  </a:lnTo>
                  <a:lnTo>
                    <a:pt x="220268" y="4038269"/>
                  </a:lnTo>
                  <a:lnTo>
                    <a:pt x="268541" y="4042600"/>
                  </a:lnTo>
                  <a:lnTo>
                    <a:pt x="316814" y="4038269"/>
                  </a:lnTo>
                  <a:lnTo>
                    <a:pt x="362242" y="4025798"/>
                  </a:lnTo>
                  <a:lnTo>
                    <a:pt x="404075" y="4005935"/>
                  </a:lnTo>
                  <a:lnTo>
                    <a:pt x="441553" y="3979443"/>
                  </a:lnTo>
                  <a:lnTo>
                    <a:pt x="473925" y="3947071"/>
                  </a:lnTo>
                  <a:lnTo>
                    <a:pt x="500418" y="3909593"/>
                  </a:lnTo>
                  <a:lnTo>
                    <a:pt x="520280" y="3867759"/>
                  </a:lnTo>
                  <a:lnTo>
                    <a:pt x="532752" y="3822331"/>
                  </a:lnTo>
                  <a:lnTo>
                    <a:pt x="537083" y="3774059"/>
                  </a:lnTo>
                  <a:close/>
                </a:path>
                <a:path w="7635240" h="4043045">
                  <a:moveTo>
                    <a:pt x="7635227" y="268528"/>
                  </a:moveTo>
                  <a:lnTo>
                    <a:pt x="7630909" y="220268"/>
                  </a:lnTo>
                  <a:lnTo>
                    <a:pt x="7618438" y="174828"/>
                  </a:lnTo>
                  <a:lnTo>
                    <a:pt x="7598575" y="132994"/>
                  </a:lnTo>
                  <a:lnTo>
                    <a:pt x="7572083" y="95516"/>
                  </a:lnTo>
                  <a:lnTo>
                    <a:pt x="7539710" y="63157"/>
                  </a:lnTo>
                  <a:lnTo>
                    <a:pt x="7502233" y="36664"/>
                  </a:lnTo>
                  <a:lnTo>
                    <a:pt x="7460399" y="16802"/>
                  </a:lnTo>
                  <a:lnTo>
                    <a:pt x="7414971" y="4318"/>
                  </a:lnTo>
                  <a:lnTo>
                    <a:pt x="7366698" y="0"/>
                  </a:lnTo>
                  <a:lnTo>
                    <a:pt x="7318426" y="4318"/>
                  </a:lnTo>
                  <a:lnTo>
                    <a:pt x="7272998" y="16802"/>
                  </a:lnTo>
                  <a:lnTo>
                    <a:pt x="7231164" y="36664"/>
                  </a:lnTo>
                  <a:lnTo>
                    <a:pt x="7193686" y="63157"/>
                  </a:lnTo>
                  <a:lnTo>
                    <a:pt x="7161314" y="95516"/>
                  </a:lnTo>
                  <a:lnTo>
                    <a:pt x="7134822" y="132994"/>
                  </a:lnTo>
                  <a:lnTo>
                    <a:pt x="7114959" y="174828"/>
                  </a:lnTo>
                  <a:lnTo>
                    <a:pt x="7102488" y="220268"/>
                  </a:lnTo>
                  <a:lnTo>
                    <a:pt x="7098157" y="268528"/>
                  </a:lnTo>
                  <a:lnTo>
                    <a:pt x="7102488" y="316801"/>
                  </a:lnTo>
                  <a:lnTo>
                    <a:pt x="7114959" y="362229"/>
                  </a:lnTo>
                  <a:lnTo>
                    <a:pt x="7134822" y="404075"/>
                  </a:lnTo>
                  <a:lnTo>
                    <a:pt x="7161314" y="441553"/>
                  </a:lnTo>
                  <a:lnTo>
                    <a:pt x="7193686" y="473913"/>
                  </a:lnTo>
                  <a:lnTo>
                    <a:pt x="7231164" y="500405"/>
                  </a:lnTo>
                  <a:lnTo>
                    <a:pt x="7272998" y="520268"/>
                  </a:lnTo>
                  <a:lnTo>
                    <a:pt x="7318426" y="532739"/>
                  </a:lnTo>
                  <a:lnTo>
                    <a:pt x="7366698" y="537070"/>
                  </a:lnTo>
                  <a:lnTo>
                    <a:pt x="7414971" y="532739"/>
                  </a:lnTo>
                  <a:lnTo>
                    <a:pt x="7460399" y="520268"/>
                  </a:lnTo>
                  <a:lnTo>
                    <a:pt x="7502233" y="500405"/>
                  </a:lnTo>
                  <a:lnTo>
                    <a:pt x="7539710" y="473913"/>
                  </a:lnTo>
                  <a:lnTo>
                    <a:pt x="7572083" y="441553"/>
                  </a:lnTo>
                  <a:lnTo>
                    <a:pt x="7598575" y="404075"/>
                  </a:lnTo>
                  <a:lnTo>
                    <a:pt x="7618438" y="362229"/>
                  </a:lnTo>
                  <a:lnTo>
                    <a:pt x="7630909" y="316801"/>
                  </a:lnTo>
                  <a:lnTo>
                    <a:pt x="7635227" y="268528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250397" y="7299331"/>
            <a:ext cx="6483350" cy="17424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60">
                <a:solidFill>
                  <a:srgbClr val="CB5DFF"/>
                </a:solidFill>
                <a:latin typeface="Lucida Sans Unicode"/>
                <a:cs typeface="Lucida Sans Unicode"/>
              </a:rPr>
              <a:t>Objectives</a:t>
            </a:r>
            <a:endParaRPr sz="3100">
              <a:latin typeface="Lucida Sans Unicode"/>
              <a:cs typeface="Lucida Sans Unicode"/>
            </a:endParaRPr>
          </a:p>
          <a:p>
            <a:pPr marL="149225" indent="-144780">
              <a:lnSpc>
                <a:spcPct val="100000"/>
              </a:lnSpc>
              <a:spcBef>
                <a:spcPts val="2870"/>
              </a:spcBef>
              <a:buChar char="•"/>
              <a:tabLst>
                <a:tab pos="149225" algn="l"/>
              </a:tabLst>
            </a:pP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Provide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online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bidding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platform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authentication.</a:t>
            </a:r>
            <a:endParaRPr sz="1650">
              <a:latin typeface="Lucida Sans Unicode"/>
              <a:cs typeface="Lucida Sans Unicode"/>
            </a:endParaRPr>
          </a:p>
          <a:p>
            <a:pPr marL="149225" indent="-144780">
              <a:lnSpc>
                <a:spcPct val="100000"/>
              </a:lnSpc>
              <a:spcBef>
                <a:spcPts val="495"/>
              </a:spcBef>
              <a:buChar char="•"/>
              <a:tabLst>
                <a:tab pos="149225" algn="l"/>
              </a:tabLst>
            </a:pP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Automate</a:t>
            </a:r>
            <a:r>
              <a:rPr dirty="0" sz="16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bid</a:t>
            </a:r>
            <a:r>
              <a:rPr dirty="0" sz="16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Lucida Sans Unicode"/>
                <a:cs typeface="Lucida Sans Unicode"/>
              </a:rPr>
              <a:t>tracking</a:t>
            </a:r>
            <a:r>
              <a:rPr dirty="0" sz="16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display</a:t>
            </a:r>
            <a:r>
              <a:rPr dirty="0" sz="16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16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highest</a:t>
            </a:r>
            <a:r>
              <a:rPr dirty="0" sz="16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bid</a:t>
            </a:r>
            <a:r>
              <a:rPr dirty="0" sz="16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165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real</a:t>
            </a:r>
            <a:r>
              <a:rPr dirty="0" sz="165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time.</a:t>
            </a:r>
            <a:endParaRPr sz="1650">
              <a:latin typeface="Lucida Sans Unicode"/>
              <a:cs typeface="Lucida Sans Unicode"/>
            </a:endParaRPr>
          </a:p>
          <a:p>
            <a:pPr marL="149225" indent="-144780">
              <a:lnSpc>
                <a:spcPct val="100000"/>
              </a:lnSpc>
              <a:spcBef>
                <a:spcPts val="495"/>
              </a:spcBef>
              <a:buChar char="•"/>
              <a:tabLst>
                <a:tab pos="149225" algn="l"/>
              </a:tabLst>
            </a:pP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Enhance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transparency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Lucida Sans Unicode"/>
                <a:cs typeface="Lucida Sans Unicode"/>
              </a:rPr>
              <a:t>accessibility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all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users.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50397" y="1164426"/>
            <a:ext cx="6241415" cy="9017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750" spc="65"/>
              <a:t>Project</a:t>
            </a:r>
            <a:r>
              <a:rPr dirty="0" sz="5750" spc="-345"/>
              <a:t> </a:t>
            </a:r>
            <a:r>
              <a:rPr dirty="0" sz="5750" spc="200"/>
              <a:t>Overview</a:t>
            </a:r>
            <a:endParaRPr sz="5750"/>
          </a:p>
        </p:txBody>
      </p:sp>
      <p:sp>
        <p:nvSpPr>
          <p:cNvPr id="8" name="object 8"/>
          <p:cNvSpPr txBox="1"/>
          <p:nvPr/>
        </p:nvSpPr>
        <p:spPr>
          <a:xfrm>
            <a:off x="1250397" y="2373000"/>
            <a:ext cx="6360795" cy="397891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 marR="2402205">
              <a:lnSpc>
                <a:spcPts val="6450"/>
              </a:lnSpc>
              <a:spcBef>
                <a:spcPts val="685"/>
              </a:spcBef>
            </a:pPr>
            <a:r>
              <a:rPr dirty="0" sz="5750" spc="405" b="1">
                <a:solidFill>
                  <a:srgbClr val="CB5DFF"/>
                </a:solidFill>
                <a:latin typeface="Trebuchet MS"/>
                <a:cs typeface="Trebuchet MS"/>
              </a:rPr>
              <a:t>&amp;</a:t>
            </a:r>
            <a:r>
              <a:rPr dirty="0" sz="5750" spc="-365" b="1">
                <a:solidFill>
                  <a:srgbClr val="CB5DFF"/>
                </a:solidFill>
                <a:latin typeface="Trebuchet MS"/>
                <a:cs typeface="Trebuchet MS"/>
              </a:rPr>
              <a:t> </a:t>
            </a:r>
            <a:r>
              <a:rPr dirty="0" sz="5750" spc="275" b="1">
                <a:solidFill>
                  <a:srgbClr val="CB5DFF"/>
                </a:solidFill>
                <a:latin typeface="Trebuchet MS"/>
                <a:cs typeface="Trebuchet MS"/>
              </a:rPr>
              <a:t>Problem </a:t>
            </a:r>
            <a:r>
              <a:rPr dirty="0" sz="5750" spc="330" b="1">
                <a:solidFill>
                  <a:srgbClr val="CB5DFF"/>
                </a:solidFill>
                <a:latin typeface="Trebuchet MS"/>
                <a:cs typeface="Trebuchet MS"/>
              </a:rPr>
              <a:t>Statement</a:t>
            </a:r>
            <a:endParaRPr sz="5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115"/>
              </a:spcBef>
            </a:pPr>
            <a:r>
              <a:rPr dirty="0" sz="3100" spc="80">
                <a:solidFill>
                  <a:srgbClr val="CB5DFF"/>
                </a:solidFill>
                <a:latin typeface="Lucida Sans Unicode"/>
                <a:cs typeface="Lucida Sans Unicode"/>
              </a:rPr>
              <a:t>Problem</a:t>
            </a:r>
            <a:r>
              <a:rPr dirty="0" sz="3100" spc="-15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20">
                <a:solidFill>
                  <a:srgbClr val="CB5DFF"/>
                </a:solidFill>
                <a:latin typeface="Lucida Sans Unicode"/>
                <a:cs typeface="Lucida Sans Unicode"/>
              </a:rPr>
              <a:t>Statement</a:t>
            </a:r>
            <a:endParaRPr sz="3100">
              <a:latin typeface="Lucida Sans Unicode"/>
              <a:cs typeface="Lucida Sans Unicode"/>
            </a:endParaRPr>
          </a:p>
          <a:p>
            <a:pPr marL="12700" marR="5080">
              <a:lnSpc>
                <a:spcPct val="125000"/>
              </a:lnSpc>
              <a:spcBef>
                <a:spcPts val="2375"/>
              </a:spcBef>
            </a:pP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Traditional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auctions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require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physical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presence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manual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bid tracking,</a:t>
            </a:r>
            <a:r>
              <a:rPr dirty="0" sz="16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leading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6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limited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accessibility,</a:t>
            </a:r>
            <a:r>
              <a:rPr dirty="0" sz="165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lack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transparency,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time-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consuming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processes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both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buyers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sellers.</a:t>
            </a:r>
            <a:endParaRPr sz="16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6568268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09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1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0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1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0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34438" y="670002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10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0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1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0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1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799631" y="1708712"/>
            <a:ext cx="6965950" cy="6050280"/>
            <a:chOff x="799631" y="1708712"/>
            <a:chExt cx="6965950" cy="6050280"/>
          </a:xfrm>
        </p:grpSpPr>
        <p:sp>
          <p:nvSpPr>
            <p:cNvPr id="5" name="object 5"/>
            <p:cNvSpPr/>
            <p:nvPr/>
          </p:nvSpPr>
          <p:spPr>
            <a:xfrm>
              <a:off x="1205120" y="1708712"/>
              <a:ext cx="6560820" cy="5918200"/>
            </a:xfrm>
            <a:custGeom>
              <a:avLst/>
              <a:gdLst/>
              <a:ahLst/>
              <a:cxnLst/>
              <a:rect l="l" t="t" r="r" b="b"/>
              <a:pathLst>
                <a:path w="6560820" h="5918200">
                  <a:moveTo>
                    <a:pt x="1896920" y="12699"/>
                  </a:moveTo>
                  <a:lnTo>
                    <a:pt x="1418528" y="12699"/>
                  </a:lnTo>
                  <a:lnTo>
                    <a:pt x="1456904" y="0"/>
                  </a:lnTo>
                  <a:lnTo>
                    <a:pt x="1861765" y="0"/>
                  </a:lnTo>
                  <a:lnTo>
                    <a:pt x="1896920" y="12699"/>
                  </a:lnTo>
                  <a:close/>
                </a:path>
                <a:path w="6560820" h="5918200">
                  <a:moveTo>
                    <a:pt x="4526735" y="5892799"/>
                  </a:moveTo>
                  <a:lnTo>
                    <a:pt x="3693124" y="5892799"/>
                  </a:lnTo>
                  <a:lnTo>
                    <a:pt x="3651053" y="5880099"/>
                  </a:lnTo>
                  <a:lnTo>
                    <a:pt x="3608989" y="5880099"/>
                  </a:lnTo>
                  <a:lnTo>
                    <a:pt x="3440924" y="5829299"/>
                  </a:lnTo>
                  <a:lnTo>
                    <a:pt x="3398985" y="5829299"/>
                  </a:lnTo>
                  <a:lnTo>
                    <a:pt x="3357090" y="5816599"/>
                  </a:lnTo>
                  <a:lnTo>
                    <a:pt x="3315244" y="5791199"/>
                  </a:lnTo>
                  <a:lnTo>
                    <a:pt x="3148472" y="5740399"/>
                  </a:lnTo>
                  <a:lnTo>
                    <a:pt x="3106962" y="5714999"/>
                  </a:lnTo>
                  <a:lnTo>
                    <a:pt x="3024205" y="5689599"/>
                  </a:lnTo>
                  <a:lnTo>
                    <a:pt x="2982969" y="5664199"/>
                  </a:lnTo>
                  <a:lnTo>
                    <a:pt x="2941837" y="5651499"/>
                  </a:lnTo>
                  <a:lnTo>
                    <a:pt x="2859907" y="5600699"/>
                  </a:lnTo>
                  <a:lnTo>
                    <a:pt x="2819122" y="5587999"/>
                  </a:lnTo>
                  <a:lnTo>
                    <a:pt x="2537530" y="5410199"/>
                  </a:lnTo>
                  <a:lnTo>
                    <a:pt x="2380222" y="5308599"/>
                  </a:lnTo>
                  <a:lnTo>
                    <a:pt x="2341365" y="5270499"/>
                  </a:lnTo>
                  <a:lnTo>
                    <a:pt x="2302707" y="5245099"/>
                  </a:lnTo>
                  <a:lnTo>
                    <a:pt x="2264255" y="5206999"/>
                  </a:lnTo>
                  <a:lnTo>
                    <a:pt x="2226015" y="5181599"/>
                  </a:lnTo>
                  <a:lnTo>
                    <a:pt x="2187993" y="5143499"/>
                  </a:lnTo>
                  <a:lnTo>
                    <a:pt x="2150195" y="5118099"/>
                  </a:lnTo>
                  <a:lnTo>
                    <a:pt x="2038205" y="5003799"/>
                  </a:lnTo>
                  <a:lnTo>
                    <a:pt x="1969295" y="4940299"/>
                  </a:lnTo>
                  <a:lnTo>
                    <a:pt x="1934767" y="4914899"/>
                  </a:lnTo>
                  <a:lnTo>
                    <a:pt x="1865620" y="4838699"/>
                  </a:lnTo>
                  <a:lnTo>
                    <a:pt x="1831023" y="4813299"/>
                  </a:lnTo>
                  <a:lnTo>
                    <a:pt x="1761836" y="4737099"/>
                  </a:lnTo>
                  <a:lnTo>
                    <a:pt x="1727269" y="4711699"/>
                  </a:lnTo>
                  <a:lnTo>
                    <a:pt x="1658242" y="4635499"/>
                  </a:lnTo>
                  <a:lnTo>
                    <a:pt x="1623803" y="4610099"/>
                  </a:lnTo>
                  <a:lnTo>
                    <a:pt x="1555133" y="4533899"/>
                  </a:lnTo>
                  <a:lnTo>
                    <a:pt x="1520923" y="4508499"/>
                  </a:lnTo>
                  <a:lnTo>
                    <a:pt x="1418926" y="4394199"/>
                  </a:lnTo>
                  <a:lnTo>
                    <a:pt x="1385175" y="4368799"/>
                  </a:lnTo>
                  <a:lnTo>
                    <a:pt x="1284817" y="4254499"/>
                  </a:lnTo>
                  <a:lnTo>
                    <a:pt x="1251700" y="4229099"/>
                  </a:lnTo>
                  <a:lnTo>
                    <a:pt x="1186035" y="4152899"/>
                  </a:lnTo>
                  <a:lnTo>
                    <a:pt x="1153510" y="4114799"/>
                  </a:lnTo>
                  <a:lnTo>
                    <a:pt x="1121204" y="4089399"/>
                  </a:lnTo>
                  <a:lnTo>
                    <a:pt x="1057293" y="4013199"/>
                  </a:lnTo>
                  <a:lnTo>
                    <a:pt x="1025710" y="3975099"/>
                  </a:lnTo>
                  <a:lnTo>
                    <a:pt x="994390" y="3949699"/>
                  </a:lnTo>
                  <a:lnTo>
                    <a:pt x="963345" y="3911599"/>
                  </a:lnTo>
                  <a:lnTo>
                    <a:pt x="932585" y="3873499"/>
                  </a:lnTo>
                  <a:lnTo>
                    <a:pt x="902122" y="3835399"/>
                  </a:lnTo>
                  <a:lnTo>
                    <a:pt x="871965" y="3797299"/>
                  </a:lnTo>
                  <a:lnTo>
                    <a:pt x="842127" y="3759199"/>
                  </a:lnTo>
                  <a:lnTo>
                    <a:pt x="812618" y="3733799"/>
                  </a:lnTo>
                  <a:lnTo>
                    <a:pt x="783450" y="3695699"/>
                  </a:lnTo>
                  <a:lnTo>
                    <a:pt x="754632" y="3657599"/>
                  </a:lnTo>
                  <a:lnTo>
                    <a:pt x="726177" y="3619499"/>
                  </a:lnTo>
                  <a:lnTo>
                    <a:pt x="698096" y="3581399"/>
                  </a:lnTo>
                  <a:lnTo>
                    <a:pt x="670399" y="3543299"/>
                  </a:lnTo>
                  <a:lnTo>
                    <a:pt x="643097" y="3517899"/>
                  </a:lnTo>
                  <a:lnTo>
                    <a:pt x="616201" y="3479799"/>
                  </a:lnTo>
                  <a:lnTo>
                    <a:pt x="589723" y="3441699"/>
                  </a:lnTo>
                  <a:lnTo>
                    <a:pt x="563673" y="3403599"/>
                  </a:lnTo>
                  <a:lnTo>
                    <a:pt x="538063" y="3365499"/>
                  </a:lnTo>
                  <a:lnTo>
                    <a:pt x="512903" y="3327399"/>
                  </a:lnTo>
                  <a:lnTo>
                    <a:pt x="488204" y="3289299"/>
                  </a:lnTo>
                  <a:lnTo>
                    <a:pt x="463978" y="3251199"/>
                  </a:lnTo>
                  <a:lnTo>
                    <a:pt x="440235" y="3213099"/>
                  </a:lnTo>
                  <a:lnTo>
                    <a:pt x="416987" y="3187699"/>
                  </a:lnTo>
                  <a:lnTo>
                    <a:pt x="394244" y="3149599"/>
                  </a:lnTo>
                  <a:lnTo>
                    <a:pt x="372018" y="3111499"/>
                  </a:lnTo>
                  <a:lnTo>
                    <a:pt x="350319" y="3073399"/>
                  </a:lnTo>
                  <a:lnTo>
                    <a:pt x="329158" y="3035299"/>
                  </a:lnTo>
                  <a:lnTo>
                    <a:pt x="308547" y="2997199"/>
                  </a:lnTo>
                  <a:lnTo>
                    <a:pt x="288497" y="2959099"/>
                  </a:lnTo>
                  <a:lnTo>
                    <a:pt x="269018" y="2920999"/>
                  </a:lnTo>
                  <a:lnTo>
                    <a:pt x="250121" y="2882899"/>
                  </a:lnTo>
                  <a:lnTo>
                    <a:pt x="231818" y="2844799"/>
                  </a:lnTo>
                  <a:lnTo>
                    <a:pt x="214120" y="2806699"/>
                  </a:lnTo>
                  <a:lnTo>
                    <a:pt x="197037" y="2768599"/>
                  </a:lnTo>
                  <a:lnTo>
                    <a:pt x="180581" y="2730499"/>
                  </a:lnTo>
                  <a:lnTo>
                    <a:pt x="164762" y="2692399"/>
                  </a:lnTo>
                  <a:lnTo>
                    <a:pt x="149592" y="2654299"/>
                  </a:lnTo>
                  <a:lnTo>
                    <a:pt x="135081" y="2616199"/>
                  </a:lnTo>
                  <a:lnTo>
                    <a:pt x="121241" y="2578099"/>
                  </a:lnTo>
                  <a:lnTo>
                    <a:pt x="108083" y="2539999"/>
                  </a:lnTo>
                  <a:lnTo>
                    <a:pt x="95617" y="2501899"/>
                  </a:lnTo>
                  <a:lnTo>
                    <a:pt x="83855" y="2463799"/>
                  </a:lnTo>
                  <a:lnTo>
                    <a:pt x="72807" y="2425699"/>
                  </a:lnTo>
                  <a:lnTo>
                    <a:pt x="62485" y="2387599"/>
                  </a:lnTo>
                  <a:lnTo>
                    <a:pt x="52900" y="2349499"/>
                  </a:lnTo>
                  <a:lnTo>
                    <a:pt x="44063" y="2311399"/>
                  </a:lnTo>
                  <a:lnTo>
                    <a:pt x="35984" y="2273299"/>
                  </a:lnTo>
                  <a:lnTo>
                    <a:pt x="28674" y="2235199"/>
                  </a:lnTo>
                  <a:lnTo>
                    <a:pt x="22146" y="2197099"/>
                  </a:lnTo>
                  <a:lnTo>
                    <a:pt x="16409" y="2158999"/>
                  </a:lnTo>
                  <a:lnTo>
                    <a:pt x="11475" y="2120899"/>
                  </a:lnTo>
                  <a:lnTo>
                    <a:pt x="7355" y="2082799"/>
                  </a:lnTo>
                  <a:lnTo>
                    <a:pt x="4059" y="2044699"/>
                  </a:lnTo>
                  <a:lnTo>
                    <a:pt x="1599" y="2006599"/>
                  </a:lnTo>
                  <a:lnTo>
                    <a:pt x="0" y="1968499"/>
                  </a:lnTo>
                  <a:lnTo>
                    <a:pt x="0" y="1879599"/>
                  </a:lnTo>
                  <a:lnTo>
                    <a:pt x="2221" y="1816099"/>
                  </a:lnTo>
                  <a:lnTo>
                    <a:pt x="8706" y="1727199"/>
                  </a:lnTo>
                  <a:lnTo>
                    <a:pt x="13328" y="1689099"/>
                  </a:lnTo>
                  <a:lnTo>
                    <a:pt x="18885" y="1650999"/>
                  </a:lnTo>
                  <a:lnTo>
                    <a:pt x="25388" y="1612899"/>
                  </a:lnTo>
                  <a:lnTo>
                    <a:pt x="32848" y="1574799"/>
                  </a:lnTo>
                  <a:lnTo>
                    <a:pt x="41276" y="1536699"/>
                  </a:lnTo>
                  <a:lnTo>
                    <a:pt x="50683" y="1498599"/>
                  </a:lnTo>
                  <a:lnTo>
                    <a:pt x="61079" y="1460499"/>
                  </a:lnTo>
                  <a:lnTo>
                    <a:pt x="72477" y="1422399"/>
                  </a:lnTo>
                  <a:lnTo>
                    <a:pt x="84886" y="1384299"/>
                  </a:lnTo>
                  <a:lnTo>
                    <a:pt x="98319" y="1333499"/>
                  </a:lnTo>
                  <a:lnTo>
                    <a:pt x="112785" y="1295399"/>
                  </a:lnTo>
                  <a:lnTo>
                    <a:pt x="128296" y="1257299"/>
                  </a:lnTo>
                  <a:lnTo>
                    <a:pt x="144863" y="1219199"/>
                  </a:lnTo>
                  <a:lnTo>
                    <a:pt x="162497" y="1181099"/>
                  </a:lnTo>
                  <a:lnTo>
                    <a:pt x="181209" y="1142999"/>
                  </a:lnTo>
                  <a:lnTo>
                    <a:pt x="201010" y="1104899"/>
                  </a:lnTo>
                  <a:lnTo>
                    <a:pt x="221911" y="1054099"/>
                  </a:lnTo>
                  <a:lnTo>
                    <a:pt x="243923" y="1015999"/>
                  </a:lnTo>
                  <a:lnTo>
                    <a:pt x="267057" y="977899"/>
                  </a:lnTo>
                  <a:lnTo>
                    <a:pt x="291323" y="939799"/>
                  </a:lnTo>
                  <a:lnTo>
                    <a:pt x="316734" y="901699"/>
                  </a:lnTo>
                  <a:lnTo>
                    <a:pt x="343300" y="863599"/>
                  </a:lnTo>
                  <a:lnTo>
                    <a:pt x="371032" y="825499"/>
                  </a:lnTo>
                  <a:lnTo>
                    <a:pt x="399941" y="774699"/>
                  </a:lnTo>
                  <a:lnTo>
                    <a:pt x="430039" y="736599"/>
                  </a:lnTo>
                  <a:lnTo>
                    <a:pt x="602924" y="533399"/>
                  </a:lnTo>
                  <a:lnTo>
                    <a:pt x="645685" y="482599"/>
                  </a:lnTo>
                  <a:lnTo>
                    <a:pt x="688256" y="444499"/>
                  </a:lnTo>
                  <a:lnTo>
                    <a:pt x="730634" y="393699"/>
                  </a:lnTo>
                  <a:lnTo>
                    <a:pt x="814798" y="317499"/>
                  </a:lnTo>
                  <a:lnTo>
                    <a:pt x="856578" y="292099"/>
                  </a:lnTo>
                  <a:lnTo>
                    <a:pt x="898153" y="253999"/>
                  </a:lnTo>
                  <a:lnTo>
                    <a:pt x="1102836" y="126999"/>
                  </a:lnTo>
                  <a:lnTo>
                    <a:pt x="1143114" y="101599"/>
                  </a:lnTo>
                  <a:lnTo>
                    <a:pt x="1183164" y="88899"/>
                  </a:lnTo>
                  <a:lnTo>
                    <a:pt x="1222984" y="63499"/>
                  </a:lnTo>
                  <a:lnTo>
                    <a:pt x="1379904" y="12699"/>
                  </a:lnTo>
                  <a:lnTo>
                    <a:pt x="1931788" y="12699"/>
                  </a:lnTo>
                  <a:lnTo>
                    <a:pt x="2034628" y="50799"/>
                  </a:lnTo>
                  <a:lnTo>
                    <a:pt x="2068312" y="50799"/>
                  </a:lnTo>
                  <a:lnTo>
                    <a:pt x="2134764" y="76199"/>
                  </a:lnTo>
                  <a:lnTo>
                    <a:pt x="2295420" y="139699"/>
                  </a:lnTo>
                  <a:lnTo>
                    <a:pt x="2326588" y="165099"/>
                  </a:lnTo>
                  <a:lnTo>
                    <a:pt x="2357428" y="177799"/>
                  </a:lnTo>
                  <a:lnTo>
                    <a:pt x="2477444" y="228599"/>
                  </a:lnTo>
                  <a:lnTo>
                    <a:pt x="2506597" y="253999"/>
                  </a:lnTo>
                  <a:lnTo>
                    <a:pt x="2563860" y="279399"/>
                  </a:lnTo>
                  <a:lnTo>
                    <a:pt x="2647101" y="330199"/>
                  </a:lnTo>
                  <a:lnTo>
                    <a:pt x="2727085" y="368299"/>
                  </a:lnTo>
                  <a:lnTo>
                    <a:pt x="2778557" y="393699"/>
                  </a:lnTo>
                  <a:lnTo>
                    <a:pt x="2828519" y="419099"/>
                  </a:lnTo>
                  <a:lnTo>
                    <a:pt x="2876948" y="444499"/>
                  </a:lnTo>
                  <a:lnTo>
                    <a:pt x="2900580" y="444499"/>
                  </a:lnTo>
                  <a:lnTo>
                    <a:pt x="2946662" y="469899"/>
                  </a:lnTo>
                  <a:lnTo>
                    <a:pt x="2969107" y="469899"/>
                  </a:lnTo>
                  <a:lnTo>
                    <a:pt x="2991150" y="482599"/>
                  </a:lnTo>
                  <a:lnTo>
                    <a:pt x="3012788" y="482599"/>
                  </a:lnTo>
                  <a:lnTo>
                    <a:pt x="3034018" y="495299"/>
                  </a:lnTo>
                  <a:lnTo>
                    <a:pt x="5641224" y="495299"/>
                  </a:lnTo>
                  <a:lnTo>
                    <a:pt x="5655782" y="507999"/>
                  </a:lnTo>
                  <a:lnTo>
                    <a:pt x="5684466" y="533399"/>
                  </a:lnTo>
                  <a:lnTo>
                    <a:pt x="5712719" y="558799"/>
                  </a:lnTo>
                  <a:lnTo>
                    <a:pt x="5740538" y="571499"/>
                  </a:lnTo>
                  <a:lnTo>
                    <a:pt x="5767922" y="596899"/>
                  </a:lnTo>
                  <a:lnTo>
                    <a:pt x="5794869" y="622299"/>
                  </a:lnTo>
                  <a:lnTo>
                    <a:pt x="5821378" y="660399"/>
                  </a:lnTo>
                  <a:lnTo>
                    <a:pt x="5847447" y="685799"/>
                  </a:lnTo>
                  <a:lnTo>
                    <a:pt x="5873076" y="711199"/>
                  </a:lnTo>
                  <a:lnTo>
                    <a:pt x="5898261" y="736599"/>
                  </a:lnTo>
                  <a:lnTo>
                    <a:pt x="5923003" y="774699"/>
                  </a:lnTo>
                  <a:lnTo>
                    <a:pt x="5947298" y="800099"/>
                  </a:lnTo>
                  <a:lnTo>
                    <a:pt x="5971147" y="838199"/>
                  </a:lnTo>
                  <a:lnTo>
                    <a:pt x="5994547" y="876299"/>
                  </a:lnTo>
                  <a:lnTo>
                    <a:pt x="6017496" y="901699"/>
                  </a:lnTo>
                  <a:lnTo>
                    <a:pt x="6039994" y="939799"/>
                  </a:lnTo>
                  <a:lnTo>
                    <a:pt x="6062039" y="977899"/>
                  </a:lnTo>
                  <a:lnTo>
                    <a:pt x="6083629" y="1015999"/>
                  </a:lnTo>
                  <a:lnTo>
                    <a:pt x="6104762" y="1054099"/>
                  </a:lnTo>
                  <a:lnTo>
                    <a:pt x="6125438" y="1092199"/>
                  </a:lnTo>
                  <a:lnTo>
                    <a:pt x="6145654" y="1130299"/>
                  </a:lnTo>
                  <a:lnTo>
                    <a:pt x="6165410" y="1181099"/>
                  </a:lnTo>
                  <a:lnTo>
                    <a:pt x="6184704" y="1219199"/>
                  </a:lnTo>
                  <a:lnTo>
                    <a:pt x="6203533" y="1257299"/>
                  </a:lnTo>
                  <a:lnTo>
                    <a:pt x="6221897" y="1295399"/>
                  </a:lnTo>
                  <a:lnTo>
                    <a:pt x="6239795" y="1346199"/>
                  </a:lnTo>
                  <a:lnTo>
                    <a:pt x="6257224" y="1384299"/>
                  </a:lnTo>
                  <a:lnTo>
                    <a:pt x="6274183" y="1435099"/>
                  </a:lnTo>
                  <a:lnTo>
                    <a:pt x="6290671" y="1473199"/>
                  </a:lnTo>
                  <a:lnTo>
                    <a:pt x="6306685" y="1523999"/>
                  </a:lnTo>
                  <a:lnTo>
                    <a:pt x="6322226" y="1574799"/>
                  </a:lnTo>
                  <a:lnTo>
                    <a:pt x="6337290" y="1612899"/>
                  </a:lnTo>
                  <a:lnTo>
                    <a:pt x="6351878" y="1663699"/>
                  </a:lnTo>
                  <a:lnTo>
                    <a:pt x="6365986" y="1714499"/>
                  </a:lnTo>
                  <a:lnTo>
                    <a:pt x="6379614" y="1765299"/>
                  </a:lnTo>
                  <a:lnTo>
                    <a:pt x="6392759" y="1803399"/>
                  </a:lnTo>
                  <a:lnTo>
                    <a:pt x="6405422" y="1854199"/>
                  </a:lnTo>
                  <a:lnTo>
                    <a:pt x="6417599" y="1904999"/>
                  </a:lnTo>
                  <a:lnTo>
                    <a:pt x="6429290" y="1955799"/>
                  </a:lnTo>
                  <a:lnTo>
                    <a:pt x="6440493" y="2006599"/>
                  </a:lnTo>
                  <a:lnTo>
                    <a:pt x="6451206" y="2057399"/>
                  </a:lnTo>
                  <a:lnTo>
                    <a:pt x="6461428" y="2108199"/>
                  </a:lnTo>
                  <a:lnTo>
                    <a:pt x="6471158" y="2158999"/>
                  </a:lnTo>
                  <a:lnTo>
                    <a:pt x="6480394" y="2209799"/>
                  </a:lnTo>
                  <a:lnTo>
                    <a:pt x="6489134" y="2260599"/>
                  </a:lnTo>
                  <a:lnTo>
                    <a:pt x="6497377" y="2311399"/>
                  </a:lnTo>
                  <a:lnTo>
                    <a:pt x="6505121" y="2362199"/>
                  </a:lnTo>
                  <a:lnTo>
                    <a:pt x="6512366" y="2412999"/>
                  </a:lnTo>
                  <a:lnTo>
                    <a:pt x="6519109" y="2463799"/>
                  </a:lnTo>
                  <a:lnTo>
                    <a:pt x="6525348" y="2514599"/>
                  </a:lnTo>
                  <a:lnTo>
                    <a:pt x="6531083" y="2565399"/>
                  </a:lnTo>
                  <a:lnTo>
                    <a:pt x="6536312" y="2628899"/>
                  </a:lnTo>
                  <a:lnTo>
                    <a:pt x="6541033" y="2679699"/>
                  </a:lnTo>
                  <a:lnTo>
                    <a:pt x="6545246" y="2730499"/>
                  </a:lnTo>
                  <a:lnTo>
                    <a:pt x="6548947" y="2781299"/>
                  </a:lnTo>
                  <a:lnTo>
                    <a:pt x="6552136" y="2832099"/>
                  </a:lnTo>
                  <a:lnTo>
                    <a:pt x="6554812" y="2882899"/>
                  </a:lnTo>
                  <a:lnTo>
                    <a:pt x="6556972" y="2933699"/>
                  </a:lnTo>
                  <a:lnTo>
                    <a:pt x="6558616" y="2984499"/>
                  </a:lnTo>
                  <a:lnTo>
                    <a:pt x="6559741" y="3035299"/>
                  </a:lnTo>
                  <a:lnTo>
                    <a:pt x="6560347" y="3098799"/>
                  </a:lnTo>
                  <a:lnTo>
                    <a:pt x="6560431" y="3149599"/>
                  </a:lnTo>
                  <a:lnTo>
                    <a:pt x="6560102" y="3187699"/>
                  </a:lnTo>
                  <a:lnTo>
                    <a:pt x="6559993" y="3200399"/>
                  </a:lnTo>
                  <a:lnTo>
                    <a:pt x="6559030" y="3251199"/>
                  </a:lnTo>
                  <a:lnTo>
                    <a:pt x="6557542" y="3301999"/>
                  </a:lnTo>
                  <a:lnTo>
                    <a:pt x="6555526" y="3352799"/>
                  </a:lnTo>
                  <a:lnTo>
                    <a:pt x="6552982" y="3403599"/>
                  </a:lnTo>
                  <a:lnTo>
                    <a:pt x="6549907" y="3454399"/>
                  </a:lnTo>
                  <a:lnTo>
                    <a:pt x="6546300" y="3505199"/>
                  </a:lnTo>
                  <a:lnTo>
                    <a:pt x="6542160" y="3555999"/>
                  </a:lnTo>
                  <a:lnTo>
                    <a:pt x="6537485" y="3606799"/>
                  </a:lnTo>
                  <a:lnTo>
                    <a:pt x="6532274" y="3644899"/>
                  </a:lnTo>
                  <a:lnTo>
                    <a:pt x="6526525" y="3695699"/>
                  </a:lnTo>
                  <a:lnTo>
                    <a:pt x="6520236" y="3746499"/>
                  </a:lnTo>
                  <a:lnTo>
                    <a:pt x="6513407" y="3797299"/>
                  </a:lnTo>
                  <a:lnTo>
                    <a:pt x="6506035" y="3835399"/>
                  </a:lnTo>
                  <a:lnTo>
                    <a:pt x="6498120" y="3886199"/>
                  </a:lnTo>
                  <a:lnTo>
                    <a:pt x="6489658" y="3936999"/>
                  </a:lnTo>
                  <a:lnTo>
                    <a:pt x="6480650" y="3975099"/>
                  </a:lnTo>
                  <a:lnTo>
                    <a:pt x="6471094" y="4025899"/>
                  </a:lnTo>
                  <a:lnTo>
                    <a:pt x="6460987" y="4063999"/>
                  </a:lnTo>
                  <a:lnTo>
                    <a:pt x="6450329" y="4114799"/>
                  </a:lnTo>
                  <a:lnTo>
                    <a:pt x="6439119" y="4152899"/>
                  </a:lnTo>
                  <a:lnTo>
                    <a:pt x="6427353" y="4203699"/>
                  </a:lnTo>
                  <a:lnTo>
                    <a:pt x="6415032" y="4241799"/>
                  </a:lnTo>
                  <a:lnTo>
                    <a:pt x="6402153" y="4279899"/>
                  </a:lnTo>
                  <a:lnTo>
                    <a:pt x="6388715" y="4330699"/>
                  </a:lnTo>
                  <a:lnTo>
                    <a:pt x="6374716" y="4368799"/>
                  </a:lnTo>
                  <a:lnTo>
                    <a:pt x="6360156" y="4406899"/>
                  </a:lnTo>
                  <a:lnTo>
                    <a:pt x="6345031" y="4444999"/>
                  </a:lnTo>
                  <a:lnTo>
                    <a:pt x="6329342" y="4483099"/>
                  </a:lnTo>
                  <a:lnTo>
                    <a:pt x="6313086" y="4521199"/>
                  </a:lnTo>
                  <a:lnTo>
                    <a:pt x="6296262" y="4546599"/>
                  </a:lnTo>
                  <a:lnTo>
                    <a:pt x="6278869" y="4584699"/>
                  </a:lnTo>
                  <a:lnTo>
                    <a:pt x="6260904" y="4622799"/>
                  </a:lnTo>
                  <a:lnTo>
                    <a:pt x="6242367" y="4660899"/>
                  </a:lnTo>
                  <a:lnTo>
                    <a:pt x="6223256" y="4686299"/>
                  </a:lnTo>
                  <a:lnTo>
                    <a:pt x="6203569" y="4724399"/>
                  </a:lnTo>
                  <a:lnTo>
                    <a:pt x="6183304" y="4749799"/>
                  </a:lnTo>
                  <a:lnTo>
                    <a:pt x="6154094" y="4787899"/>
                  </a:lnTo>
                  <a:lnTo>
                    <a:pt x="6124494" y="4838699"/>
                  </a:lnTo>
                  <a:lnTo>
                    <a:pt x="6094508" y="4876799"/>
                  </a:lnTo>
                  <a:lnTo>
                    <a:pt x="6064144" y="4914899"/>
                  </a:lnTo>
                  <a:lnTo>
                    <a:pt x="6033408" y="4952999"/>
                  </a:lnTo>
                  <a:lnTo>
                    <a:pt x="6002304" y="4991099"/>
                  </a:lnTo>
                  <a:lnTo>
                    <a:pt x="5970841" y="5029199"/>
                  </a:lnTo>
                  <a:lnTo>
                    <a:pt x="5939022" y="5067299"/>
                  </a:lnTo>
                  <a:lnTo>
                    <a:pt x="5906855" y="5092699"/>
                  </a:lnTo>
                  <a:lnTo>
                    <a:pt x="5874346" y="5130799"/>
                  </a:lnTo>
                  <a:lnTo>
                    <a:pt x="5841500" y="5168899"/>
                  </a:lnTo>
                  <a:lnTo>
                    <a:pt x="5808324" y="5206999"/>
                  </a:lnTo>
                  <a:lnTo>
                    <a:pt x="5774823" y="5232399"/>
                  </a:lnTo>
                  <a:lnTo>
                    <a:pt x="5741004" y="5270499"/>
                  </a:lnTo>
                  <a:lnTo>
                    <a:pt x="5672434" y="5321299"/>
                  </a:lnTo>
                  <a:lnTo>
                    <a:pt x="5637696" y="5359399"/>
                  </a:lnTo>
                  <a:lnTo>
                    <a:pt x="5531740" y="5435599"/>
                  </a:lnTo>
                  <a:lnTo>
                    <a:pt x="5495860" y="5473699"/>
                  </a:lnTo>
                  <a:lnTo>
                    <a:pt x="5423297" y="5524499"/>
                  </a:lnTo>
                  <a:lnTo>
                    <a:pt x="5386625" y="5537199"/>
                  </a:lnTo>
                  <a:lnTo>
                    <a:pt x="5275122" y="5613399"/>
                  </a:lnTo>
                  <a:lnTo>
                    <a:pt x="5237478" y="5626099"/>
                  </a:lnTo>
                  <a:lnTo>
                    <a:pt x="5161512" y="5676899"/>
                  </a:lnTo>
                  <a:lnTo>
                    <a:pt x="5123202" y="5689599"/>
                  </a:lnTo>
                  <a:lnTo>
                    <a:pt x="5084682" y="5714999"/>
                  </a:lnTo>
                  <a:lnTo>
                    <a:pt x="5007036" y="5740399"/>
                  </a:lnTo>
                  <a:lnTo>
                    <a:pt x="4967923" y="5765799"/>
                  </a:lnTo>
                  <a:lnTo>
                    <a:pt x="4689262" y="5854699"/>
                  </a:lnTo>
                  <a:lnTo>
                    <a:pt x="4648831" y="5854699"/>
                  </a:lnTo>
                  <a:lnTo>
                    <a:pt x="4526735" y="5892799"/>
                  </a:lnTo>
                  <a:close/>
                </a:path>
                <a:path w="6560820" h="5918200">
                  <a:moveTo>
                    <a:pt x="4932195" y="253999"/>
                  </a:moveTo>
                  <a:lnTo>
                    <a:pt x="4496115" y="253999"/>
                  </a:lnTo>
                  <a:lnTo>
                    <a:pt x="4543722" y="241299"/>
                  </a:lnTo>
                  <a:lnTo>
                    <a:pt x="4882934" y="241299"/>
                  </a:lnTo>
                  <a:lnTo>
                    <a:pt x="4932195" y="253999"/>
                  </a:lnTo>
                  <a:close/>
                </a:path>
                <a:path w="6560820" h="5918200">
                  <a:moveTo>
                    <a:pt x="5031274" y="266699"/>
                  </a:moveTo>
                  <a:lnTo>
                    <a:pt x="4401582" y="266699"/>
                  </a:lnTo>
                  <a:lnTo>
                    <a:pt x="4448734" y="253999"/>
                  </a:lnTo>
                  <a:lnTo>
                    <a:pt x="4981642" y="253999"/>
                  </a:lnTo>
                  <a:lnTo>
                    <a:pt x="5031274" y="266699"/>
                  </a:lnTo>
                  <a:close/>
                </a:path>
                <a:path w="6560820" h="5918200">
                  <a:moveTo>
                    <a:pt x="5641224" y="495299"/>
                  </a:moveTo>
                  <a:lnTo>
                    <a:pt x="3270109" y="495299"/>
                  </a:lnTo>
                  <a:lnTo>
                    <a:pt x="3309806" y="482599"/>
                  </a:lnTo>
                  <a:lnTo>
                    <a:pt x="3390216" y="482599"/>
                  </a:lnTo>
                  <a:lnTo>
                    <a:pt x="3471948" y="457199"/>
                  </a:lnTo>
                  <a:lnTo>
                    <a:pt x="3513301" y="457199"/>
                  </a:lnTo>
                  <a:lnTo>
                    <a:pt x="3596956" y="431799"/>
                  </a:lnTo>
                  <a:lnTo>
                    <a:pt x="3639250" y="431799"/>
                  </a:lnTo>
                  <a:lnTo>
                    <a:pt x="3767951" y="393699"/>
                  </a:lnTo>
                  <a:lnTo>
                    <a:pt x="3855223" y="380999"/>
                  </a:lnTo>
                  <a:lnTo>
                    <a:pt x="4078310" y="317499"/>
                  </a:lnTo>
                  <a:lnTo>
                    <a:pt x="4123735" y="317499"/>
                  </a:lnTo>
                  <a:lnTo>
                    <a:pt x="4261549" y="279399"/>
                  </a:lnTo>
                  <a:lnTo>
                    <a:pt x="4307986" y="279399"/>
                  </a:lnTo>
                  <a:lnTo>
                    <a:pt x="4354665" y="266699"/>
                  </a:lnTo>
                  <a:lnTo>
                    <a:pt x="5081085" y="266699"/>
                  </a:lnTo>
                  <a:lnTo>
                    <a:pt x="5231550" y="304799"/>
                  </a:lnTo>
                  <a:lnTo>
                    <a:pt x="5282036" y="330199"/>
                  </a:lnTo>
                  <a:lnTo>
                    <a:pt x="5332679" y="342899"/>
                  </a:lnTo>
                  <a:lnTo>
                    <a:pt x="5383477" y="368299"/>
                  </a:lnTo>
                  <a:lnTo>
                    <a:pt x="5434425" y="380999"/>
                  </a:lnTo>
                  <a:lnTo>
                    <a:pt x="5536753" y="431799"/>
                  </a:lnTo>
                  <a:lnTo>
                    <a:pt x="5567150" y="444499"/>
                  </a:lnTo>
                  <a:lnTo>
                    <a:pt x="5597122" y="469899"/>
                  </a:lnTo>
                  <a:lnTo>
                    <a:pt x="5626667" y="482599"/>
                  </a:lnTo>
                  <a:lnTo>
                    <a:pt x="5641224" y="495299"/>
                  </a:lnTo>
                  <a:close/>
                </a:path>
                <a:path w="6560820" h="5918200">
                  <a:moveTo>
                    <a:pt x="4444730" y="5905499"/>
                  </a:moveTo>
                  <a:lnTo>
                    <a:pt x="3777262" y="5905499"/>
                  </a:lnTo>
                  <a:lnTo>
                    <a:pt x="3735195" y="5892799"/>
                  </a:lnTo>
                  <a:lnTo>
                    <a:pt x="4485789" y="5892799"/>
                  </a:lnTo>
                  <a:lnTo>
                    <a:pt x="4444730" y="5905499"/>
                  </a:lnTo>
                  <a:close/>
                </a:path>
                <a:path w="6560820" h="5918200">
                  <a:moveTo>
                    <a:pt x="4337702" y="5918199"/>
                  </a:moveTo>
                  <a:lnTo>
                    <a:pt x="3844312" y="5918199"/>
                  </a:lnTo>
                  <a:lnTo>
                    <a:pt x="3819318" y="5905499"/>
                  </a:lnTo>
                  <a:lnTo>
                    <a:pt x="4362295" y="5905499"/>
                  </a:lnTo>
                  <a:lnTo>
                    <a:pt x="4337702" y="5918199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31" y="1807288"/>
              <a:ext cx="6583627" cy="59511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60298" y="4590389"/>
            <a:ext cx="6193155" cy="38239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100" spc="60">
                <a:solidFill>
                  <a:srgbClr val="CB5DFF"/>
                </a:solidFill>
                <a:latin typeface="Lucida Sans Unicode"/>
                <a:cs typeface="Lucida Sans Unicode"/>
              </a:rPr>
              <a:t>Tech</a:t>
            </a:r>
            <a:r>
              <a:rPr dirty="0" sz="3100" spc="-17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120">
                <a:solidFill>
                  <a:srgbClr val="CB5DFF"/>
                </a:solidFill>
                <a:latin typeface="Lucida Sans Unicode"/>
                <a:cs typeface="Lucida Sans Unicode"/>
              </a:rPr>
              <a:t>Stack</a:t>
            </a:r>
            <a:endParaRPr sz="3100">
              <a:latin typeface="Lucida Sans Unicode"/>
              <a:cs typeface="Lucida Sans Unicode"/>
            </a:endParaRPr>
          </a:p>
          <a:p>
            <a:pPr marL="12700" marR="382905">
              <a:lnSpc>
                <a:spcPct val="121700"/>
              </a:lnSpc>
              <a:spcBef>
                <a:spcPts val="2245"/>
              </a:spcBef>
            </a:pPr>
            <a:r>
              <a:rPr dirty="0" sz="1900" spc="-25">
                <a:solidFill>
                  <a:srgbClr val="FFFFFF"/>
                </a:solidFill>
                <a:latin typeface="Lucida Sans Unicode"/>
                <a:cs typeface="Lucida Sans Unicode"/>
              </a:rPr>
              <a:t>Frontend:</a:t>
            </a:r>
            <a:r>
              <a:rPr dirty="0" sz="1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45">
                <a:solidFill>
                  <a:srgbClr val="FFFFFF"/>
                </a:solidFill>
                <a:latin typeface="Lucida Sans Unicode"/>
                <a:cs typeface="Lucida Sans Unicode"/>
              </a:rPr>
              <a:t>HTML,</a:t>
            </a:r>
            <a:r>
              <a:rPr dirty="0" sz="1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FFFFFF"/>
                </a:solidFill>
                <a:latin typeface="Lucida Sans Unicode"/>
                <a:cs typeface="Lucida Sans Unicode"/>
              </a:rPr>
              <a:t>CSS</a:t>
            </a:r>
            <a:r>
              <a:rPr dirty="0" sz="1900" spc="3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325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dirty="0" sz="1900" spc="3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Lucida Sans Unicode"/>
                <a:cs typeface="Lucida Sans Unicode"/>
              </a:rPr>
              <a:t>Backend:</a:t>
            </a:r>
            <a:r>
              <a:rPr dirty="0" sz="1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Lucida Sans Unicode"/>
                <a:cs typeface="Lucida Sans Unicode"/>
              </a:rPr>
              <a:t>Python,</a:t>
            </a:r>
            <a:r>
              <a:rPr dirty="0" sz="19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Lucida Sans Unicode"/>
                <a:cs typeface="Lucida Sans Unicode"/>
              </a:rPr>
              <a:t>Flask </a:t>
            </a:r>
            <a:r>
              <a:rPr dirty="0" sz="1900">
                <a:solidFill>
                  <a:srgbClr val="FFFFFF"/>
                </a:solidFill>
                <a:latin typeface="Lucida Sans Unicode"/>
                <a:cs typeface="Lucida Sans Unicode"/>
              </a:rPr>
              <a:t>Framework</a:t>
            </a:r>
            <a:r>
              <a:rPr dirty="0" sz="1900" spc="3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325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dirty="0" sz="1900" spc="3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25">
                <a:solidFill>
                  <a:srgbClr val="FFFFFF"/>
                </a:solidFill>
                <a:latin typeface="Lucida Sans Unicode"/>
                <a:cs typeface="Lucida Sans Unicode"/>
              </a:rPr>
              <a:t>Database:</a:t>
            </a:r>
            <a:r>
              <a:rPr dirty="0" sz="19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FFFFFF"/>
                </a:solidFill>
                <a:latin typeface="Lucida Sans Unicode"/>
                <a:cs typeface="Lucida Sans Unicode"/>
              </a:rPr>
              <a:t>MySQL</a:t>
            </a:r>
            <a:r>
              <a:rPr dirty="0" sz="1900" spc="3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325">
                <a:solidFill>
                  <a:srgbClr val="FFFFFF"/>
                </a:solidFill>
                <a:latin typeface="Lucida Sans Unicode"/>
                <a:cs typeface="Lucida Sans Unicode"/>
              </a:rPr>
              <a:t>|</a:t>
            </a:r>
            <a:r>
              <a:rPr dirty="0" sz="1900" spc="4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70">
                <a:solidFill>
                  <a:srgbClr val="FFFFFF"/>
                </a:solidFill>
                <a:latin typeface="Lucida Sans Unicode"/>
                <a:cs typeface="Lucida Sans Unicode"/>
              </a:rPr>
              <a:t>Tools:</a:t>
            </a:r>
            <a:r>
              <a:rPr dirty="0" sz="19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50">
                <a:solidFill>
                  <a:srgbClr val="FFFFFF"/>
                </a:solidFill>
                <a:latin typeface="Lucida Sans Unicode"/>
                <a:cs typeface="Lucida Sans Unicode"/>
              </a:rPr>
              <a:t>VS</a:t>
            </a:r>
            <a:r>
              <a:rPr dirty="0" sz="19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Lucida Sans Unicode"/>
                <a:cs typeface="Lucida Sans Unicode"/>
              </a:rPr>
              <a:t>Code, </a:t>
            </a:r>
            <a:r>
              <a:rPr dirty="0" sz="1900">
                <a:solidFill>
                  <a:srgbClr val="FFFFFF"/>
                </a:solidFill>
                <a:latin typeface="Lucida Sans Unicode"/>
                <a:cs typeface="Lucida Sans Unicode"/>
              </a:rPr>
              <a:t>MySQL</a:t>
            </a:r>
            <a:r>
              <a:rPr dirty="0" sz="19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Lucida Sans Unicode"/>
                <a:cs typeface="Lucida Sans Unicode"/>
              </a:rPr>
              <a:t>Workbench</a:t>
            </a:r>
            <a:endParaRPr sz="19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95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3100" spc="135">
                <a:solidFill>
                  <a:srgbClr val="CB5DFF"/>
                </a:solidFill>
                <a:latin typeface="Lucida Sans Unicode"/>
                <a:cs typeface="Lucida Sans Unicode"/>
              </a:rPr>
              <a:t>System</a:t>
            </a:r>
            <a:r>
              <a:rPr dirty="0" sz="3100" spc="-16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3100" spc="45">
                <a:solidFill>
                  <a:srgbClr val="CB5DFF"/>
                </a:solidFill>
                <a:latin typeface="Lucida Sans Unicode"/>
                <a:cs typeface="Lucida Sans Unicode"/>
              </a:rPr>
              <a:t>Architecture</a:t>
            </a:r>
            <a:endParaRPr sz="3100">
              <a:latin typeface="Lucida Sans Unicode"/>
              <a:cs typeface="Lucida Sans Unicode"/>
            </a:endParaRPr>
          </a:p>
          <a:p>
            <a:pPr marL="12700" marR="5080">
              <a:lnSpc>
                <a:spcPct val="121700"/>
              </a:lnSpc>
              <a:spcBef>
                <a:spcPts val="2240"/>
              </a:spcBef>
            </a:pPr>
            <a:r>
              <a:rPr dirty="0" sz="190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dirty="0" sz="1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50" spc="120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850" spc="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FFFFFF"/>
                </a:solidFill>
                <a:latin typeface="Lucida Sans Unicode"/>
                <a:cs typeface="Lucida Sans Unicode"/>
              </a:rPr>
              <a:t>Web</a:t>
            </a:r>
            <a:r>
              <a:rPr dirty="0" sz="19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Lucida Sans Unicode"/>
                <a:cs typeface="Lucida Sans Unicode"/>
              </a:rPr>
              <a:t>Interface</a:t>
            </a:r>
            <a:r>
              <a:rPr dirty="0" sz="1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60">
                <a:solidFill>
                  <a:srgbClr val="FFFFFF"/>
                </a:solidFill>
                <a:latin typeface="Lucida Sans Unicode"/>
                <a:cs typeface="Lucida Sans Unicode"/>
              </a:rPr>
              <a:t>(HTML/CSS)</a:t>
            </a:r>
            <a:r>
              <a:rPr dirty="0" sz="1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50" spc="120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850" spc="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40">
                <a:solidFill>
                  <a:srgbClr val="FFFFFF"/>
                </a:solidFill>
                <a:latin typeface="Lucida Sans Unicode"/>
                <a:cs typeface="Lucida Sans Unicode"/>
              </a:rPr>
              <a:t>Flask</a:t>
            </a:r>
            <a:r>
              <a:rPr dirty="0" sz="1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Lucida Sans Unicode"/>
                <a:cs typeface="Lucida Sans Unicode"/>
              </a:rPr>
              <a:t>Application (Python)</a:t>
            </a:r>
            <a:r>
              <a:rPr dirty="0" sz="19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850" spc="120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850" spc="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>
                <a:solidFill>
                  <a:srgbClr val="FFFFFF"/>
                </a:solidFill>
                <a:latin typeface="Lucida Sans Unicode"/>
                <a:cs typeface="Lucida Sans Unicode"/>
              </a:rPr>
              <a:t>MySQL</a:t>
            </a:r>
            <a:r>
              <a:rPr dirty="0" sz="19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Lucida Sans Unicode"/>
                <a:cs typeface="Lucida Sans Unicode"/>
              </a:rPr>
              <a:t>Database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860298" y="1144719"/>
            <a:ext cx="6644005" cy="218249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120"/>
              </a:spcBef>
            </a:pPr>
            <a:r>
              <a:rPr dirty="0" sz="7050" spc="380"/>
              <a:t>Technologies </a:t>
            </a:r>
            <a:r>
              <a:rPr dirty="0" sz="7050" spc="495">
                <a:solidFill>
                  <a:srgbClr val="CB5DFF"/>
                </a:solidFill>
              </a:rPr>
              <a:t>&amp;</a:t>
            </a:r>
            <a:r>
              <a:rPr dirty="0" sz="7050" spc="-440">
                <a:solidFill>
                  <a:srgbClr val="CB5DFF"/>
                </a:solidFill>
              </a:rPr>
              <a:t> </a:t>
            </a:r>
            <a:r>
              <a:rPr dirty="0" sz="7050" spc="225">
                <a:solidFill>
                  <a:srgbClr val="CB5DFF"/>
                </a:solidFill>
              </a:rPr>
              <a:t>Architecture</a:t>
            </a:r>
            <a:endParaRPr sz="7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6568268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09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1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0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1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0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34438" y="670002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10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0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1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0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1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799631" y="1708712"/>
            <a:ext cx="6965950" cy="6050280"/>
            <a:chOff x="799631" y="1708712"/>
            <a:chExt cx="6965950" cy="6050280"/>
          </a:xfrm>
        </p:grpSpPr>
        <p:sp>
          <p:nvSpPr>
            <p:cNvPr id="5" name="object 5"/>
            <p:cNvSpPr/>
            <p:nvPr/>
          </p:nvSpPr>
          <p:spPr>
            <a:xfrm>
              <a:off x="1205120" y="1708712"/>
              <a:ext cx="6560820" cy="5918200"/>
            </a:xfrm>
            <a:custGeom>
              <a:avLst/>
              <a:gdLst/>
              <a:ahLst/>
              <a:cxnLst/>
              <a:rect l="l" t="t" r="r" b="b"/>
              <a:pathLst>
                <a:path w="6560820" h="5918200">
                  <a:moveTo>
                    <a:pt x="1896920" y="12699"/>
                  </a:moveTo>
                  <a:lnTo>
                    <a:pt x="1418528" y="12699"/>
                  </a:lnTo>
                  <a:lnTo>
                    <a:pt x="1456904" y="0"/>
                  </a:lnTo>
                  <a:lnTo>
                    <a:pt x="1861765" y="0"/>
                  </a:lnTo>
                  <a:lnTo>
                    <a:pt x="1896920" y="12699"/>
                  </a:lnTo>
                  <a:close/>
                </a:path>
                <a:path w="6560820" h="5918200">
                  <a:moveTo>
                    <a:pt x="4526735" y="5892799"/>
                  </a:moveTo>
                  <a:lnTo>
                    <a:pt x="3693124" y="5892799"/>
                  </a:lnTo>
                  <a:lnTo>
                    <a:pt x="3651053" y="5880099"/>
                  </a:lnTo>
                  <a:lnTo>
                    <a:pt x="3608989" y="5880099"/>
                  </a:lnTo>
                  <a:lnTo>
                    <a:pt x="3440924" y="5829299"/>
                  </a:lnTo>
                  <a:lnTo>
                    <a:pt x="3398985" y="5829299"/>
                  </a:lnTo>
                  <a:lnTo>
                    <a:pt x="3357090" y="5816599"/>
                  </a:lnTo>
                  <a:lnTo>
                    <a:pt x="3315244" y="5791199"/>
                  </a:lnTo>
                  <a:lnTo>
                    <a:pt x="3148472" y="5740399"/>
                  </a:lnTo>
                  <a:lnTo>
                    <a:pt x="3106962" y="5714999"/>
                  </a:lnTo>
                  <a:lnTo>
                    <a:pt x="3024205" y="5689599"/>
                  </a:lnTo>
                  <a:lnTo>
                    <a:pt x="2982969" y="5664199"/>
                  </a:lnTo>
                  <a:lnTo>
                    <a:pt x="2941837" y="5651499"/>
                  </a:lnTo>
                  <a:lnTo>
                    <a:pt x="2859907" y="5600699"/>
                  </a:lnTo>
                  <a:lnTo>
                    <a:pt x="2819122" y="5587999"/>
                  </a:lnTo>
                  <a:lnTo>
                    <a:pt x="2537530" y="5410199"/>
                  </a:lnTo>
                  <a:lnTo>
                    <a:pt x="2380222" y="5308599"/>
                  </a:lnTo>
                  <a:lnTo>
                    <a:pt x="2341365" y="5270499"/>
                  </a:lnTo>
                  <a:lnTo>
                    <a:pt x="2302707" y="5245099"/>
                  </a:lnTo>
                  <a:lnTo>
                    <a:pt x="2264255" y="5206999"/>
                  </a:lnTo>
                  <a:lnTo>
                    <a:pt x="2226015" y="5181599"/>
                  </a:lnTo>
                  <a:lnTo>
                    <a:pt x="2187993" y="5143499"/>
                  </a:lnTo>
                  <a:lnTo>
                    <a:pt x="2150195" y="5118099"/>
                  </a:lnTo>
                  <a:lnTo>
                    <a:pt x="2038205" y="5003799"/>
                  </a:lnTo>
                  <a:lnTo>
                    <a:pt x="1969295" y="4940299"/>
                  </a:lnTo>
                  <a:lnTo>
                    <a:pt x="1934767" y="4914899"/>
                  </a:lnTo>
                  <a:lnTo>
                    <a:pt x="1865620" y="4838699"/>
                  </a:lnTo>
                  <a:lnTo>
                    <a:pt x="1831023" y="4813299"/>
                  </a:lnTo>
                  <a:lnTo>
                    <a:pt x="1761836" y="4737099"/>
                  </a:lnTo>
                  <a:lnTo>
                    <a:pt x="1727269" y="4711699"/>
                  </a:lnTo>
                  <a:lnTo>
                    <a:pt x="1658242" y="4635499"/>
                  </a:lnTo>
                  <a:lnTo>
                    <a:pt x="1623803" y="4610099"/>
                  </a:lnTo>
                  <a:lnTo>
                    <a:pt x="1555133" y="4533899"/>
                  </a:lnTo>
                  <a:lnTo>
                    <a:pt x="1520923" y="4508499"/>
                  </a:lnTo>
                  <a:lnTo>
                    <a:pt x="1418926" y="4394199"/>
                  </a:lnTo>
                  <a:lnTo>
                    <a:pt x="1385175" y="4368799"/>
                  </a:lnTo>
                  <a:lnTo>
                    <a:pt x="1284817" y="4254499"/>
                  </a:lnTo>
                  <a:lnTo>
                    <a:pt x="1251700" y="4229099"/>
                  </a:lnTo>
                  <a:lnTo>
                    <a:pt x="1186035" y="4152899"/>
                  </a:lnTo>
                  <a:lnTo>
                    <a:pt x="1153510" y="4114799"/>
                  </a:lnTo>
                  <a:lnTo>
                    <a:pt x="1121204" y="4089399"/>
                  </a:lnTo>
                  <a:lnTo>
                    <a:pt x="1057293" y="4013199"/>
                  </a:lnTo>
                  <a:lnTo>
                    <a:pt x="1025710" y="3975099"/>
                  </a:lnTo>
                  <a:lnTo>
                    <a:pt x="994390" y="3949699"/>
                  </a:lnTo>
                  <a:lnTo>
                    <a:pt x="963345" y="3911599"/>
                  </a:lnTo>
                  <a:lnTo>
                    <a:pt x="932585" y="3873499"/>
                  </a:lnTo>
                  <a:lnTo>
                    <a:pt x="902122" y="3835399"/>
                  </a:lnTo>
                  <a:lnTo>
                    <a:pt x="871965" y="3797299"/>
                  </a:lnTo>
                  <a:lnTo>
                    <a:pt x="842127" y="3759199"/>
                  </a:lnTo>
                  <a:lnTo>
                    <a:pt x="812618" y="3733799"/>
                  </a:lnTo>
                  <a:lnTo>
                    <a:pt x="783450" y="3695699"/>
                  </a:lnTo>
                  <a:lnTo>
                    <a:pt x="754632" y="3657599"/>
                  </a:lnTo>
                  <a:lnTo>
                    <a:pt x="726177" y="3619499"/>
                  </a:lnTo>
                  <a:lnTo>
                    <a:pt x="698096" y="3581399"/>
                  </a:lnTo>
                  <a:lnTo>
                    <a:pt x="670399" y="3543299"/>
                  </a:lnTo>
                  <a:lnTo>
                    <a:pt x="643097" y="3517899"/>
                  </a:lnTo>
                  <a:lnTo>
                    <a:pt x="616201" y="3479799"/>
                  </a:lnTo>
                  <a:lnTo>
                    <a:pt x="589723" y="3441699"/>
                  </a:lnTo>
                  <a:lnTo>
                    <a:pt x="563673" y="3403599"/>
                  </a:lnTo>
                  <a:lnTo>
                    <a:pt x="538063" y="3365499"/>
                  </a:lnTo>
                  <a:lnTo>
                    <a:pt x="512903" y="3327399"/>
                  </a:lnTo>
                  <a:lnTo>
                    <a:pt x="488204" y="3289299"/>
                  </a:lnTo>
                  <a:lnTo>
                    <a:pt x="463978" y="3251199"/>
                  </a:lnTo>
                  <a:lnTo>
                    <a:pt x="440235" y="3213099"/>
                  </a:lnTo>
                  <a:lnTo>
                    <a:pt x="416987" y="3187699"/>
                  </a:lnTo>
                  <a:lnTo>
                    <a:pt x="394244" y="3149599"/>
                  </a:lnTo>
                  <a:lnTo>
                    <a:pt x="372018" y="3111499"/>
                  </a:lnTo>
                  <a:lnTo>
                    <a:pt x="350319" y="3073399"/>
                  </a:lnTo>
                  <a:lnTo>
                    <a:pt x="329158" y="3035299"/>
                  </a:lnTo>
                  <a:lnTo>
                    <a:pt x="308547" y="2997199"/>
                  </a:lnTo>
                  <a:lnTo>
                    <a:pt x="288497" y="2959099"/>
                  </a:lnTo>
                  <a:lnTo>
                    <a:pt x="269018" y="2920999"/>
                  </a:lnTo>
                  <a:lnTo>
                    <a:pt x="250121" y="2882899"/>
                  </a:lnTo>
                  <a:lnTo>
                    <a:pt x="231818" y="2844799"/>
                  </a:lnTo>
                  <a:lnTo>
                    <a:pt x="214120" y="2806699"/>
                  </a:lnTo>
                  <a:lnTo>
                    <a:pt x="197037" y="2768599"/>
                  </a:lnTo>
                  <a:lnTo>
                    <a:pt x="180581" y="2730499"/>
                  </a:lnTo>
                  <a:lnTo>
                    <a:pt x="164762" y="2692399"/>
                  </a:lnTo>
                  <a:lnTo>
                    <a:pt x="149592" y="2654299"/>
                  </a:lnTo>
                  <a:lnTo>
                    <a:pt x="135081" y="2616199"/>
                  </a:lnTo>
                  <a:lnTo>
                    <a:pt x="121241" y="2578099"/>
                  </a:lnTo>
                  <a:lnTo>
                    <a:pt x="108083" y="2539999"/>
                  </a:lnTo>
                  <a:lnTo>
                    <a:pt x="95617" y="2501899"/>
                  </a:lnTo>
                  <a:lnTo>
                    <a:pt x="83855" y="2463799"/>
                  </a:lnTo>
                  <a:lnTo>
                    <a:pt x="72807" y="2425699"/>
                  </a:lnTo>
                  <a:lnTo>
                    <a:pt x="62485" y="2387599"/>
                  </a:lnTo>
                  <a:lnTo>
                    <a:pt x="52900" y="2349499"/>
                  </a:lnTo>
                  <a:lnTo>
                    <a:pt x="44063" y="2311399"/>
                  </a:lnTo>
                  <a:lnTo>
                    <a:pt x="35984" y="2273299"/>
                  </a:lnTo>
                  <a:lnTo>
                    <a:pt x="28674" y="2235199"/>
                  </a:lnTo>
                  <a:lnTo>
                    <a:pt x="22146" y="2197099"/>
                  </a:lnTo>
                  <a:lnTo>
                    <a:pt x="16409" y="2158999"/>
                  </a:lnTo>
                  <a:lnTo>
                    <a:pt x="11475" y="2120899"/>
                  </a:lnTo>
                  <a:lnTo>
                    <a:pt x="7355" y="2082799"/>
                  </a:lnTo>
                  <a:lnTo>
                    <a:pt x="4059" y="2044699"/>
                  </a:lnTo>
                  <a:lnTo>
                    <a:pt x="1599" y="2006599"/>
                  </a:lnTo>
                  <a:lnTo>
                    <a:pt x="0" y="1968499"/>
                  </a:lnTo>
                  <a:lnTo>
                    <a:pt x="0" y="1879599"/>
                  </a:lnTo>
                  <a:lnTo>
                    <a:pt x="2221" y="1816099"/>
                  </a:lnTo>
                  <a:lnTo>
                    <a:pt x="8706" y="1727199"/>
                  </a:lnTo>
                  <a:lnTo>
                    <a:pt x="13328" y="1689099"/>
                  </a:lnTo>
                  <a:lnTo>
                    <a:pt x="18885" y="1650999"/>
                  </a:lnTo>
                  <a:lnTo>
                    <a:pt x="25388" y="1612899"/>
                  </a:lnTo>
                  <a:lnTo>
                    <a:pt x="32848" y="1574799"/>
                  </a:lnTo>
                  <a:lnTo>
                    <a:pt x="41276" y="1536699"/>
                  </a:lnTo>
                  <a:lnTo>
                    <a:pt x="50683" y="1498599"/>
                  </a:lnTo>
                  <a:lnTo>
                    <a:pt x="61079" y="1460499"/>
                  </a:lnTo>
                  <a:lnTo>
                    <a:pt x="72477" y="1422399"/>
                  </a:lnTo>
                  <a:lnTo>
                    <a:pt x="84886" y="1384299"/>
                  </a:lnTo>
                  <a:lnTo>
                    <a:pt x="98319" y="1333499"/>
                  </a:lnTo>
                  <a:lnTo>
                    <a:pt x="112785" y="1295399"/>
                  </a:lnTo>
                  <a:lnTo>
                    <a:pt x="128296" y="1257299"/>
                  </a:lnTo>
                  <a:lnTo>
                    <a:pt x="144863" y="1219199"/>
                  </a:lnTo>
                  <a:lnTo>
                    <a:pt x="162497" y="1181099"/>
                  </a:lnTo>
                  <a:lnTo>
                    <a:pt x="181209" y="1142999"/>
                  </a:lnTo>
                  <a:lnTo>
                    <a:pt x="201010" y="1104899"/>
                  </a:lnTo>
                  <a:lnTo>
                    <a:pt x="221911" y="1054099"/>
                  </a:lnTo>
                  <a:lnTo>
                    <a:pt x="243923" y="1015999"/>
                  </a:lnTo>
                  <a:lnTo>
                    <a:pt x="267057" y="977899"/>
                  </a:lnTo>
                  <a:lnTo>
                    <a:pt x="291323" y="939799"/>
                  </a:lnTo>
                  <a:lnTo>
                    <a:pt x="316734" y="901699"/>
                  </a:lnTo>
                  <a:lnTo>
                    <a:pt x="343300" y="863599"/>
                  </a:lnTo>
                  <a:lnTo>
                    <a:pt x="371032" y="825499"/>
                  </a:lnTo>
                  <a:lnTo>
                    <a:pt x="399941" y="774699"/>
                  </a:lnTo>
                  <a:lnTo>
                    <a:pt x="430039" y="736599"/>
                  </a:lnTo>
                  <a:lnTo>
                    <a:pt x="602924" y="533399"/>
                  </a:lnTo>
                  <a:lnTo>
                    <a:pt x="645685" y="482599"/>
                  </a:lnTo>
                  <a:lnTo>
                    <a:pt x="688256" y="444499"/>
                  </a:lnTo>
                  <a:lnTo>
                    <a:pt x="730634" y="393699"/>
                  </a:lnTo>
                  <a:lnTo>
                    <a:pt x="814798" y="317499"/>
                  </a:lnTo>
                  <a:lnTo>
                    <a:pt x="856578" y="292099"/>
                  </a:lnTo>
                  <a:lnTo>
                    <a:pt x="898153" y="253999"/>
                  </a:lnTo>
                  <a:lnTo>
                    <a:pt x="1102836" y="126999"/>
                  </a:lnTo>
                  <a:lnTo>
                    <a:pt x="1143114" y="101599"/>
                  </a:lnTo>
                  <a:lnTo>
                    <a:pt x="1183164" y="88899"/>
                  </a:lnTo>
                  <a:lnTo>
                    <a:pt x="1222984" y="63499"/>
                  </a:lnTo>
                  <a:lnTo>
                    <a:pt x="1379904" y="12699"/>
                  </a:lnTo>
                  <a:lnTo>
                    <a:pt x="1931788" y="12699"/>
                  </a:lnTo>
                  <a:lnTo>
                    <a:pt x="2034628" y="50799"/>
                  </a:lnTo>
                  <a:lnTo>
                    <a:pt x="2068312" y="50799"/>
                  </a:lnTo>
                  <a:lnTo>
                    <a:pt x="2134764" y="76199"/>
                  </a:lnTo>
                  <a:lnTo>
                    <a:pt x="2295420" y="139699"/>
                  </a:lnTo>
                  <a:lnTo>
                    <a:pt x="2326588" y="165099"/>
                  </a:lnTo>
                  <a:lnTo>
                    <a:pt x="2357428" y="177799"/>
                  </a:lnTo>
                  <a:lnTo>
                    <a:pt x="2477444" y="228599"/>
                  </a:lnTo>
                  <a:lnTo>
                    <a:pt x="2506597" y="253999"/>
                  </a:lnTo>
                  <a:lnTo>
                    <a:pt x="2563860" y="279399"/>
                  </a:lnTo>
                  <a:lnTo>
                    <a:pt x="2647101" y="330199"/>
                  </a:lnTo>
                  <a:lnTo>
                    <a:pt x="2727085" y="368299"/>
                  </a:lnTo>
                  <a:lnTo>
                    <a:pt x="2778557" y="393699"/>
                  </a:lnTo>
                  <a:lnTo>
                    <a:pt x="2828519" y="419099"/>
                  </a:lnTo>
                  <a:lnTo>
                    <a:pt x="2876948" y="444499"/>
                  </a:lnTo>
                  <a:lnTo>
                    <a:pt x="2900580" y="444499"/>
                  </a:lnTo>
                  <a:lnTo>
                    <a:pt x="2946662" y="469899"/>
                  </a:lnTo>
                  <a:lnTo>
                    <a:pt x="2969107" y="469899"/>
                  </a:lnTo>
                  <a:lnTo>
                    <a:pt x="2991150" y="482599"/>
                  </a:lnTo>
                  <a:lnTo>
                    <a:pt x="3012788" y="482599"/>
                  </a:lnTo>
                  <a:lnTo>
                    <a:pt x="3034018" y="495299"/>
                  </a:lnTo>
                  <a:lnTo>
                    <a:pt x="5641224" y="495299"/>
                  </a:lnTo>
                  <a:lnTo>
                    <a:pt x="5655782" y="507999"/>
                  </a:lnTo>
                  <a:lnTo>
                    <a:pt x="5684466" y="533399"/>
                  </a:lnTo>
                  <a:lnTo>
                    <a:pt x="5712719" y="558799"/>
                  </a:lnTo>
                  <a:lnTo>
                    <a:pt x="5740538" y="571499"/>
                  </a:lnTo>
                  <a:lnTo>
                    <a:pt x="5767922" y="596899"/>
                  </a:lnTo>
                  <a:lnTo>
                    <a:pt x="5794869" y="622299"/>
                  </a:lnTo>
                  <a:lnTo>
                    <a:pt x="5821378" y="660399"/>
                  </a:lnTo>
                  <a:lnTo>
                    <a:pt x="5847447" y="685799"/>
                  </a:lnTo>
                  <a:lnTo>
                    <a:pt x="5873076" y="711199"/>
                  </a:lnTo>
                  <a:lnTo>
                    <a:pt x="5898261" y="736599"/>
                  </a:lnTo>
                  <a:lnTo>
                    <a:pt x="5923003" y="774699"/>
                  </a:lnTo>
                  <a:lnTo>
                    <a:pt x="5947298" y="800099"/>
                  </a:lnTo>
                  <a:lnTo>
                    <a:pt x="5971147" y="838199"/>
                  </a:lnTo>
                  <a:lnTo>
                    <a:pt x="5994547" y="876299"/>
                  </a:lnTo>
                  <a:lnTo>
                    <a:pt x="6017496" y="901699"/>
                  </a:lnTo>
                  <a:lnTo>
                    <a:pt x="6039994" y="939799"/>
                  </a:lnTo>
                  <a:lnTo>
                    <a:pt x="6062039" y="977899"/>
                  </a:lnTo>
                  <a:lnTo>
                    <a:pt x="6083629" y="1015999"/>
                  </a:lnTo>
                  <a:lnTo>
                    <a:pt x="6104762" y="1054099"/>
                  </a:lnTo>
                  <a:lnTo>
                    <a:pt x="6125438" y="1092199"/>
                  </a:lnTo>
                  <a:lnTo>
                    <a:pt x="6145654" y="1130299"/>
                  </a:lnTo>
                  <a:lnTo>
                    <a:pt x="6165410" y="1181099"/>
                  </a:lnTo>
                  <a:lnTo>
                    <a:pt x="6184704" y="1219199"/>
                  </a:lnTo>
                  <a:lnTo>
                    <a:pt x="6203533" y="1257299"/>
                  </a:lnTo>
                  <a:lnTo>
                    <a:pt x="6221897" y="1295399"/>
                  </a:lnTo>
                  <a:lnTo>
                    <a:pt x="6239795" y="1346199"/>
                  </a:lnTo>
                  <a:lnTo>
                    <a:pt x="6257224" y="1384299"/>
                  </a:lnTo>
                  <a:lnTo>
                    <a:pt x="6274183" y="1435099"/>
                  </a:lnTo>
                  <a:lnTo>
                    <a:pt x="6290671" y="1473199"/>
                  </a:lnTo>
                  <a:lnTo>
                    <a:pt x="6306685" y="1523999"/>
                  </a:lnTo>
                  <a:lnTo>
                    <a:pt x="6322226" y="1574799"/>
                  </a:lnTo>
                  <a:lnTo>
                    <a:pt x="6337290" y="1612899"/>
                  </a:lnTo>
                  <a:lnTo>
                    <a:pt x="6351878" y="1663699"/>
                  </a:lnTo>
                  <a:lnTo>
                    <a:pt x="6365986" y="1714499"/>
                  </a:lnTo>
                  <a:lnTo>
                    <a:pt x="6379614" y="1765299"/>
                  </a:lnTo>
                  <a:lnTo>
                    <a:pt x="6392759" y="1803399"/>
                  </a:lnTo>
                  <a:lnTo>
                    <a:pt x="6405422" y="1854199"/>
                  </a:lnTo>
                  <a:lnTo>
                    <a:pt x="6417599" y="1904999"/>
                  </a:lnTo>
                  <a:lnTo>
                    <a:pt x="6429290" y="1955799"/>
                  </a:lnTo>
                  <a:lnTo>
                    <a:pt x="6440493" y="2006599"/>
                  </a:lnTo>
                  <a:lnTo>
                    <a:pt x="6451206" y="2057399"/>
                  </a:lnTo>
                  <a:lnTo>
                    <a:pt x="6461428" y="2108199"/>
                  </a:lnTo>
                  <a:lnTo>
                    <a:pt x="6471158" y="2158999"/>
                  </a:lnTo>
                  <a:lnTo>
                    <a:pt x="6480394" y="2209799"/>
                  </a:lnTo>
                  <a:lnTo>
                    <a:pt x="6489134" y="2260599"/>
                  </a:lnTo>
                  <a:lnTo>
                    <a:pt x="6497377" y="2311399"/>
                  </a:lnTo>
                  <a:lnTo>
                    <a:pt x="6505121" y="2362199"/>
                  </a:lnTo>
                  <a:lnTo>
                    <a:pt x="6512366" y="2412999"/>
                  </a:lnTo>
                  <a:lnTo>
                    <a:pt x="6519109" y="2463799"/>
                  </a:lnTo>
                  <a:lnTo>
                    <a:pt x="6525348" y="2514599"/>
                  </a:lnTo>
                  <a:lnTo>
                    <a:pt x="6531083" y="2565399"/>
                  </a:lnTo>
                  <a:lnTo>
                    <a:pt x="6536312" y="2628899"/>
                  </a:lnTo>
                  <a:lnTo>
                    <a:pt x="6541033" y="2679699"/>
                  </a:lnTo>
                  <a:lnTo>
                    <a:pt x="6545246" y="2730499"/>
                  </a:lnTo>
                  <a:lnTo>
                    <a:pt x="6548947" y="2781299"/>
                  </a:lnTo>
                  <a:lnTo>
                    <a:pt x="6552136" y="2832099"/>
                  </a:lnTo>
                  <a:lnTo>
                    <a:pt x="6554812" y="2882899"/>
                  </a:lnTo>
                  <a:lnTo>
                    <a:pt x="6556972" y="2933699"/>
                  </a:lnTo>
                  <a:lnTo>
                    <a:pt x="6558616" y="2984499"/>
                  </a:lnTo>
                  <a:lnTo>
                    <a:pt x="6559741" y="3035299"/>
                  </a:lnTo>
                  <a:lnTo>
                    <a:pt x="6560347" y="3098799"/>
                  </a:lnTo>
                  <a:lnTo>
                    <a:pt x="6560431" y="3149599"/>
                  </a:lnTo>
                  <a:lnTo>
                    <a:pt x="6560102" y="3187699"/>
                  </a:lnTo>
                  <a:lnTo>
                    <a:pt x="6559993" y="3200399"/>
                  </a:lnTo>
                  <a:lnTo>
                    <a:pt x="6559030" y="3251199"/>
                  </a:lnTo>
                  <a:lnTo>
                    <a:pt x="6557542" y="3301999"/>
                  </a:lnTo>
                  <a:lnTo>
                    <a:pt x="6555526" y="3352799"/>
                  </a:lnTo>
                  <a:lnTo>
                    <a:pt x="6552982" y="3403599"/>
                  </a:lnTo>
                  <a:lnTo>
                    <a:pt x="6549907" y="3454399"/>
                  </a:lnTo>
                  <a:lnTo>
                    <a:pt x="6546300" y="3505199"/>
                  </a:lnTo>
                  <a:lnTo>
                    <a:pt x="6542160" y="3555999"/>
                  </a:lnTo>
                  <a:lnTo>
                    <a:pt x="6537485" y="3606799"/>
                  </a:lnTo>
                  <a:lnTo>
                    <a:pt x="6532274" y="3644899"/>
                  </a:lnTo>
                  <a:lnTo>
                    <a:pt x="6526525" y="3695699"/>
                  </a:lnTo>
                  <a:lnTo>
                    <a:pt x="6520236" y="3746499"/>
                  </a:lnTo>
                  <a:lnTo>
                    <a:pt x="6513407" y="3797299"/>
                  </a:lnTo>
                  <a:lnTo>
                    <a:pt x="6506035" y="3835399"/>
                  </a:lnTo>
                  <a:lnTo>
                    <a:pt x="6498120" y="3886199"/>
                  </a:lnTo>
                  <a:lnTo>
                    <a:pt x="6489658" y="3936999"/>
                  </a:lnTo>
                  <a:lnTo>
                    <a:pt x="6480650" y="3975099"/>
                  </a:lnTo>
                  <a:lnTo>
                    <a:pt x="6471094" y="4025899"/>
                  </a:lnTo>
                  <a:lnTo>
                    <a:pt x="6460987" y="4063999"/>
                  </a:lnTo>
                  <a:lnTo>
                    <a:pt x="6450329" y="4114799"/>
                  </a:lnTo>
                  <a:lnTo>
                    <a:pt x="6439119" y="4152899"/>
                  </a:lnTo>
                  <a:lnTo>
                    <a:pt x="6427353" y="4203699"/>
                  </a:lnTo>
                  <a:lnTo>
                    <a:pt x="6415032" y="4241799"/>
                  </a:lnTo>
                  <a:lnTo>
                    <a:pt x="6402153" y="4279899"/>
                  </a:lnTo>
                  <a:lnTo>
                    <a:pt x="6388715" y="4330699"/>
                  </a:lnTo>
                  <a:lnTo>
                    <a:pt x="6374716" y="4368799"/>
                  </a:lnTo>
                  <a:lnTo>
                    <a:pt x="6360156" y="4406899"/>
                  </a:lnTo>
                  <a:lnTo>
                    <a:pt x="6345031" y="4444999"/>
                  </a:lnTo>
                  <a:lnTo>
                    <a:pt x="6329342" y="4483099"/>
                  </a:lnTo>
                  <a:lnTo>
                    <a:pt x="6313086" y="4521199"/>
                  </a:lnTo>
                  <a:lnTo>
                    <a:pt x="6296262" y="4546599"/>
                  </a:lnTo>
                  <a:lnTo>
                    <a:pt x="6278869" y="4584699"/>
                  </a:lnTo>
                  <a:lnTo>
                    <a:pt x="6260904" y="4622799"/>
                  </a:lnTo>
                  <a:lnTo>
                    <a:pt x="6242367" y="4660899"/>
                  </a:lnTo>
                  <a:lnTo>
                    <a:pt x="6223256" y="4686299"/>
                  </a:lnTo>
                  <a:lnTo>
                    <a:pt x="6203569" y="4724399"/>
                  </a:lnTo>
                  <a:lnTo>
                    <a:pt x="6183304" y="4749799"/>
                  </a:lnTo>
                  <a:lnTo>
                    <a:pt x="6154094" y="4787899"/>
                  </a:lnTo>
                  <a:lnTo>
                    <a:pt x="6124494" y="4838699"/>
                  </a:lnTo>
                  <a:lnTo>
                    <a:pt x="6094508" y="4876799"/>
                  </a:lnTo>
                  <a:lnTo>
                    <a:pt x="6064144" y="4914899"/>
                  </a:lnTo>
                  <a:lnTo>
                    <a:pt x="6033408" y="4952999"/>
                  </a:lnTo>
                  <a:lnTo>
                    <a:pt x="6002304" y="4991099"/>
                  </a:lnTo>
                  <a:lnTo>
                    <a:pt x="5970841" y="5029199"/>
                  </a:lnTo>
                  <a:lnTo>
                    <a:pt x="5939022" y="5067299"/>
                  </a:lnTo>
                  <a:lnTo>
                    <a:pt x="5906855" y="5092699"/>
                  </a:lnTo>
                  <a:lnTo>
                    <a:pt x="5874346" y="5130799"/>
                  </a:lnTo>
                  <a:lnTo>
                    <a:pt x="5841500" y="5168899"/>
                  </a:lnTo>
                  <a:lnTo>
                    <a:pt x="5808324" y="5206999"/>
                  </a:lnTo>
                  <a:lnTo>
                    <a:pt x="5774823" y="5232399"/>
                  </a:lnTo>
                  <a:lnTo>
                    <a:pt x="5741004" y="5270499"/>
                  </a:lnTo>
                  <a:lnTo>
                    <a:pt x="5672434" y="5321299"/>
                  </a:lnTo>
                  <a:lnTo>
                    <a:pt x="5637696" y="5359399"/>
                  </a:lnTo>
                  <a:lnTo>
                    <a:pt x="5531740" y="5435599"/>
                  </a:lnTo>
                  <a:lnTo>
                    <a:pt x="5495860" y="5473699"/>
                  </a:lnTo>
                  <a:lnTo>
                    <a:pt x="5423297" y="5524499"/>
                  </a:lnTo>
                  <a:lnTo>
                    <a:pt x="5386625" y="5537199"/>
                  </a:lnTo>
                  <a:lnTo>
                    <a:pt x="5275122" y="5613399"/>
                  </a:lnTo>
                  <a:lnTo>
                    <a:pt x="5237478" y="5626099"/>
                  </a:lnTo>
                  <a:lnTo>
                    <a:pt x="5161512" y="5676899"/>
                  </a:lnTo>
                  <a:lnTo>
                    <a:pt x="5123202" y="5689599"/>
                  </a:lnTo>
                  <a:lnTo>
                    <a:pt x="5084682" y="5714999"/>
                  </a:lnTo>
                  <a:lnTo>
                    <a:pt x="5007036" y="5740399"/>
                  </a:lnTo>
                  <a:lnTo>
                    <a:pt x="4967923" y="5765799"/>
                  </a:lnTo>
                  <a:lnTo>
                    <a:pt x="4689262" y="5854699"/>
                  </a:lnTo>
                  <a:lnTo>
                    <a:pt x="4648831" y="5854699"/>
                  </a:lnTo>
                  <a:lnTo>
                    <a:pt x="4526735" y="5892799"/>
                  </a:lnTo>
                  <a:close/>
                </a:path>
                <a:path w="6560820" h="5918200">
                  <a:moveTo>
                    <a:pt x="4932195" y="253999"/>
                  </a:moveTo>
                  <a:lnTo>
                    <a:pt x="4496115" y="253999"/>
                  </a:lnTo>
                  <a:lnTo>
                    <a:pt x="4543722" y="241299"/>
                  </a:lnTo>
                  <a:lnTo>
                    <a:pt x="4882934" y="241299"/>
                  </a:lnTo>
                  <a:lnTo>
                    <a:pt x="4932195" y="253999"/>
                  </a:lnTo>
                  <a:close/>
                </a:path>
                <a:path w="6560820" h="5918200">
                  <a:moveTo>
                    <a:pt x="5031274" y="266699"/>
                  </a:moveTo>
                  <a:lnTo>
                    <a:pt x="4401582" y="266699"/>
                  </a:lnTo>
                  <a:lnTo>
                    <a:pt x="4448734" y="253999"/>
                  </a:lnTo>
                  <a:lnTo>
                    <a:pt x="4981642" y="253999"/>
                  </a:lnTo>
                  <a:lnTo>
                    <a:pt x="5031274" y="266699"/>
                  </a:lnTo>
                  <a:close/>
                </a:path>
                <a:path w="6560820" h="5918200">
                  <a:moveTo>
                    <a:pt x="5641224" y="495299"/>
                  </a:moveTo>
                  <a:lnTo>
                    <a:pt x="3270109" y="495299"/>
                  </a:lnTo>
                  <a:lnTo>
                    <a:pt x="3309806" y="482599"/>
                  </a:lnTo>
                  <a:lnTo>
                    <a:pt x="3390216" y="482599"/>
                  </a:lnTo>
                  <a:lnTo>
                    <a:pt x="3471948" y="457199"/>
                  </a:lnTo>
                  <a:lnTo>
                    <a:pt x="3513301" y="457199"/>
                  </a:lnTo>
                  <a:lnTo>
                    <a:pt x="3596956" y="431799"/>
                  </a:lnTo>
                  <a:lnTo>
                    <a:pt x="3639250" y="431799"/>
                  </a:lnTo>
                  <a:lnTo>
                    <a:pt x="3767951" y="393699"/>
                  </a:lnTo>
                  <a:lnTo>
                    <a:pt x="3855223" y="380999"/>
                  </a:lnTo>
                  <a:lnTo>
                    <a:pt x="4078310" y="317499"/>
                  </a:lnTo>
                  <a:lnTo>
                    <a:pt x="4123735" y="317499"/>
                  </a:lnTo>
                  <a:lnTo>
                    <a:pt x="4261549" y="279399"/>
                  </a:lnTo>
                  <a:lnTo>
                    <a:pt x="4307986" y="279399"/>
                  </a:lnTo>
                  <a:lnTo>
                    <a:pt x="4354665" y="266699"/>
                  </a:lnTo>
                  <a:lnTo>
                    <a:pt x="5081085" y="266699"/>
                  </a:lnTo>
                  <a:lnTo>
                    <a:pt x="5231550" y="304799"/>
                  </a:lnTo>
                  <a:lnTo>
                    <a:pt x="5282036" y="330199"/>
                  </a:lnTo>
                  <a:lnTo>
                    <a:pt x="5332679" y="342899"/>
                  </a:lnTo>
                  <a:lnTo>
                    <a:pt x="5383477" y="368299"/>
                  </a:lnTo>
                  <a:lnTo>
                    <a:pt x="5434425" y="380999"/>
                  </a:lnTo>
                  <a:lnTo>
                    <a:pt x="5536753" y="431799"/>
                  </a:lnTo>
                  <a:lnTo>
                    <a:pt x="5567150" y="444499"/>
                  </a:lnTo>
                  <a:lnTo>
                    <a:pt x="5597122" y="469899"/>
                  </a:lnTo>
                  <a:lnTo>
                    <a:pt x="5626667" y="482599"/>
                  </a:lnTo>
                  <a:lnTo>
                    <a:pt x="5641224" y="495299"/>
                  </a:lnTo>
                  <a:close/>
                </a:path>
                <a:path w="6560820" h="5918200">
                  <a:moveTo>
                    <a:pt x="4444730" y="5905499"/>
                  </a:moveTo>
                  <a:lnTo>
                    <a:pt x="3777262" y="5905499"/>
                  </a:lnTo>
                  <a:lnTo>
                    <a:pt x="3735195" y="5892799"/>
                  </a:lnTo>
                  <a:lnTo>
                    <a:pt x="4485789" y="5892799"/>
                  </a:lnTo>
                  <a:lnTo>
                    <a:pt x="4444730" y="5905499"/>
                  </a:lnTo>
                  <a:close/>
                </a:path>
                <a:path w="6560820" h="5918200">
                  <a:moveTo>
                    <a:pt x="4337702" y="5918199"/>
                  </a:moveTo>
                  <a:lnTo>
                    <a:pt x="3844312" y="5918199"/>
                  </a:lnTo>
                  <a:lnTo>
                    <a:pt x="3819318" y="5905499"/>
                  </a:lnTo>
                  <a:lnTo>
                    <a:pt x="4362295" y="5905499"/>
                  </a:lnTo>
                  <a:lnTo>
                    <a:pt x="4337702" y="5918199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31" y="1807288"/>
              <a:ext cx="6583627" cy="59511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860298" y="3809188"/>
            <a:ext cx="7051040" cy="48558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70">
                <a:solidFill>
                  <a:srgbClr val="CB5DFF"/>
                </a:solidFill>
                <a:latin typeface="Lucida Sans Unicode"/>
                <a:cs typeface="Lucida Sans Unicode"/>
              </a:rPr>
              <a:t>Feature</a:t>
            </a:r>
            <a:r>
              <a:rPr dirty="0" sz="2000" spc="-8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355">
                <a:solidFill>
                  <a:srgbClr val="CB5DFF"/>
                </a:solidFill>
                <a:latin typeface="Lucida Sans Unicode"/>
                <a:cs typeface="Lucida Sans Unicode"/>
              </a:rPr>
              <a:t>1:</a:t>
            </a:r>
            <a:r>
              <a:rPr dirty="0" sz="2000" spc="-7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CB5DFF"/>
                </a:solidFill>
                <a:latin typeface="Lucida Sans Unicode"/>
                <a:cs typeface="Lucida Sans Unicode"/>
              </a:rPr>
              <a:t>User</a:t>
            </a:r>
            <a:r>
              <a:rPr dirty="0" sz="2000" spc="-7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CB5DFF"/>
                </a:solidFill>
                <a:latin typeface="Lucida Sans Unicode"/>
                <a:cs typeface="Lucida Sans Unicode"/>
              </a:rPr>
              <a:t>Registration</a:t>
            </a:r>
            <a:r>
              <a:rPr dirty="0" sz="2000" spc="-7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40">
                <a:solidFill>
                  <a:srgbClr val="CB5DFF"/>
                </a:solidFill>
                <a:latin typeface="Lucida Sans Unicode"/>
                <a:cs typeface="Lucida Sans Unicode"/>
              </a:rPr>
              <a:t>&amp;</a:t>
            </a:r>
            <a:r>
              <a:rPr dirty="0" sz="2000" spc="-7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0">
                <a:solidFill>
                  <a:srgbClr val="CB5DFF"/>
                </a:solidFill>
                <a:latin typeface="Lucida Sans Unicode"/>
                <a:cs typeface="Lucida Sans Unicode"/>
              </a:rPr>
              <a:t>Login</a:t>
            </a:r>
            <a:endParaRPr sz="2000">
              <a:latin typeface="Lucida Sans Unicode"/>
              <a:cs typeface="Lucida Sans Unicode"/>
            </a:endParaRPr>
          </a:p>
          <a:p>
            <a:pPr marL="12700" marR="894715">
              <a:lnSpc>
                <a:spcPct val="125000"/>
              </a:lnSpc>
              <a:spcBef>
                <a:spcPts val="2520"/>
              </a:spcBef>
            </a:pP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Secure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registration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authentication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system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enabling personalized</a:t>
            </a:r>
            <a:r>
              <a:rPr dirty="0" sz="165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access</a:t>
            </a:r>
            <a:r>
              <a:rPr dirty="0" sz="165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session</a:t>
            </a:r>
            <a:r>
              <a:rPr dirty="0" sz="165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management.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000" spc="70">
                <a:solidFill>
                  <a:srgbClr val="CB5DFF"/>
                </a:solidFill>
                <a:latin typeface="Lucida Sans Unicode"/>
                <a:cs typeface="Lucida Sans Unicode"/>
              </a:rPr>
              <a:t>Feature</a:t>
            </a:r>
            <a:r>
              <a:rPr dirty="0" sz="2000" spc="-10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35">
                <a:solidFill>
                  <a:srgbClr val="CB5DFF"/>
                </a:solidFill>
                <a:latin typeface="Lucida Sans Unicode"/>
                <a:cs typeface="Lucida Sans Unicode"/>
              </a:rPr>
              <a:t>2:</a:t>
            </a:r>
            <a:r>
              <a:rPr dirty="0" sz="2000" spc="-10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60">
                <a:solidFill>
                  <a:srgbClr val="CB5DFF"/>
                </a:solidFill>
                <a:latin typeface="Lucida Sans Unicode"/>
                <a:cs typeface="Lucida Sans Unicode"/>
              </a:rPr>
              <a:t>Product</a:t>
            </a:r>
            <a:r>
              <a:rPr dirty="0" sz="2000" spc="-10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CB5DFF"/>
                </a:solidFill>
                <a:latin typeface="Lucida Sans Unicode"/>
                <a:cs typeface="Lucida Sans Unicode"/>
              </a:rPr>
              <a:t>Listing</a:t>
            </a:r>
            <a:r>
              <a:rPr dirty="0" sz="2000" spc="-10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40">
                <a:solidFill>
                  <a:srgbClr val="CB5DFF"/>
                </a:solidFill>
                <a:latin typeface="Lucida Sans Unicode"/>
                <a:cs typeface="Lucida Sans Unicode"/>
              </a:rPr>
              <a:t>&amp;</a:t>
            </a:r>
            <a:r>
              <a:rPr dirty="0" sz="2000" spc="-10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55">
                <a:solidFill>
                  <a:srgbClr val="CB5DFF"/>
                </a:solidFill>
                <a:latin typeface="Lucida Sans Unicode"/>
                <a:cs typeface="Lucida Sans Unicode"/>
              </a:rPr>
              <a:t>Bid</a:t>
            </a:r>
            <a:r>
              <a:rPr dirty="0" sz="2000" spc="-10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05">
                <a:solidFill>
                  <a:srgbClr val="CB5DFF"/>
                </a:solidFill>
                <a:latin typeface="Lucida Sans Unicode"/>
                <a:cs typeface="Lucida Sans Unicode"/>
              </a:rPr>
              <a:t>Placement</a:t>
            </a:r>
            <a:endParaRPr sz="2000">
              <a:latin typeface="Lucida Sans Unicode"/>
              <a:cs typeface="Lucida Sans Unicode"/>
            </a:endParaRPr>
          </a:p>
          <a:p>
            <a:pPr marL="12700" marR="807720">
              <a:lnSpc>
                <a:spcPct val="125000"/>
              </a:lnSpc>
              <a:spcBef>
                <a:spcPts val="2560"/>
              </a:spcBef>
            </a:pP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Users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can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add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view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product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listings,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place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bids,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track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165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highest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bid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real</a:t>
            </a:r>
            <a:r>
              <a:rPr dirty="0" sz="165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database</a:t>
            </a:r>
            <a:r>
              <a:rPr dirty="0" sz="165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integration.</a:t>
            </a:r>
            <a:endParaRPr sz="16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600"/>
              </a:spcBef>
            </a:pPr>
            <a:endParaRPr sz="1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000" spc="70">
                <a:solidFill>
                  <a:srgbClr val="CB5DFF"/>
                </a:solidFill>
                <a:latin typeface="Lucida Sans Unicode"/>
                <a:cs typeface="Lucida Sans Unicode"/>
              </a:rPr>
              <a:t>Feature</a:t>
            </a:r>
            <a:r>
              <a:rPr dirty="0" sz="2000" spc="-8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14">
                <a:solidFill>
                  <a:srgbClr val="CB5DFF"/>
                </a:solidFill>
                <a:latin typeface="Lucida Sans Unicode"/>
                <a:cs typeface="Lucida Sans Unicode"/>
              </a:rPr>
              <a:t>3:</a:t>
            </a:r>
            <a:r>
              <a:rPr dirty="0" sz="2000" spc="-8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70">
                <a:solidFill>
                  <a:srgbClr val="CB5DFF"/>
                </a:solidFill>
                <a:latin typeface="Lucida Sans Unicode"/>
                <a:cs typeface="Lucida Sans Unicode"/>
              </a:rPr>
              <a:t>Process</a:t>
            </a:r>
            <a:r>
              <a:rPr dirty="0" sz="2000" spc="-8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>
                <a:solidFill>
                  <a:srgbClr val="CB5DFF"/>
                </a:solidFill>
                <a:latin typeface="Lucida Sans Unicode"/>
                <a:cs typeface="Lucida Sans Unicode"/>
              </a:rPr>
              <a:t>Flow</a:t>
            </a:r>
            <a:r>
              <a:rPr dirty="0" sz="2000" spc="-80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140">
                <a:solidFill>
                  <a:srgbClr val="CB5DFF"/>
                </a:solidFill>
                <a:latin typeface="Lucida Sans Unicode"/>
                <a:cs typeface="Lucida Sans Unicode"/>
              </a:rPr>
              <a:t>&amp;</a:t>
            </a:r>
            <a:r>
              <a:rPr dirty="0" sz="2000" spc="-8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80">
                <a:solidFill>
                  <a:srgbClr val="CB5DFF"/>
                </a:solidFill>
                <a:latin typeface="Lucida Sans Unicode"/>
                <a:cs typeface="Lucida Sans Unicode"/>
              </a:rPr>
              <a:t>Winner</a:t>
            </a:r>
            <a:r>
              <a:rPr dirty="0" sz="2000" spc="-8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45">
                <a:solidFill>
                  <a:srgbClr val="CB5DFF"/>
                </a:solidFill>
                <a:latin typeface="Lucida Sans Unicode"/>
                <a:cs typeface="Lucida Sans Unicode"/>
              </a:rPr>
              <a:t>Determination</a:t>
            </a:r>
            <a:endParaRPr sz="2000">
              <a:latin typeface="Lucida Sans Unicode"/>
              <a:cs typeface="Lucida Sans Unicode"/>
            </a:endParaRPr>
          </a:p>
          <a:p>
            <a:pPr marL="12700" marR="5080">
              <a:lnSpc>
                <a:spcPct val="125000"/>
              </a:lnSpc>
              <a:spcBef>
                <a:spcPts val="2565"/>
              </a:spcBef>
            </a:pP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Registration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107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750" spc="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Lucida Sans Unicode"/>
                <a:cs typeface="Lucida Sans Unicode"/>
              </a:rPr>
              <a:t>Login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107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750" spc="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Product</a:t>
            </a:r>
            <a:r>
              <a:rPr dirty="0" sz="1650" spc="-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25">
                <a:solidFill>
                  <a:srgbClr val="FFFFFF"/>
                </a:solidFill>
                <a:latin typeface="Lucida Sans Unicode"/>
                <a:cs typeface="Lucida Sans Unicode"/>
              </a:rPr>
              <a:t>Listing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107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750" spc="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Bid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Placement</a:t>
            </a:r>
            <a:r>
              <a:rPr dirty="0" sz="165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107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750" spc="1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Database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Storage</a:t>
            </a:r>
            <a:r>
              <a:rPr dirty="0" sz="165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107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750" spc="14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Highest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Bid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Calculation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750" spc="1070">
                <a:solidFill>
                  <a:srgbClr val="FFFFFF"/>
                </a:solidFill>
                <a:latin typeface="Lucida Sans Unicode"/>
                <a:cs typeface="Lucida Sans Unicode"/>
              </a:rPr>
              <a:t>→</a:t>
            </a:r>
            <a:r>
              <a:rPr dirty="0" sz="750" spc="1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>
                <a:solidFill>
                  <a:srgbClr val="FFFFFF"/>
                </a:solidFill>
                <a:latin typeface="Lucida Sans Unicode"/>
                <a:cs typeface="Lucida Sans Unicode"/>
              </a:rPr>
              <a:t>Winner</a:t>
            </a:r>
            <a:r>
              <a:rPr dirty="0" sz="165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Lucida Sans Unicode"/>
                <a:cs typeface="Lucida Sans Unicode"/>
              </a:rPr>
              <a:t>Determination.</a:t>
            </a:r>
            <a:endParaRPr sz="1650"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8860298" y="1015146"/>
            <a:ext cx="7044055" cy="2178685"/>
          </a:xfrm>
          <a:prstGeom prst="rect"/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6150" spc="310"/>
              <a:t>Key</a:t>
            </a:r>
            <a:r>
              <a:rPr dirty="0" sz="6150" spc="-390"/>
              <a:t> </a:t>
            </a:r>
            <a:r>
              <a:rPr dirty="0" sz="6150" spc="225"/>
              <a:t>Features</a:t>
            </a:r>
            <a:endParaRPr sz="6150"/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6150" spc="625">
                <a:solidFill>
                  <a:srgbClr val="CB5DFF"/>
                </a:solidFill>
              </a:rPr>
              <a:t>and</a:t>
            </a:r>
            <a:r>
              <a:rPr dirty="0" sz="6150" spc="-385">
                <a:solidFill>
                  <a:srgbClr val="CB5DFF"/>
                </a:solidFill>
              </a:rPr>
              <a:t> </a:t>
            </a:r>
            <a:r>
              <a:rPr dirty="0" sz="6150" spc="425">
                <a:solidFill>
                  <a:srgbClr val="CB5DFF"/>
                </a:solidFill>
              </a:rPr>
              <a:t>Methodology</a:t>
            </a:r>
            <a:endParaRPr sz="6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28699" y="6568268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09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1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0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1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0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34438" y="670002"/>
            <a:ext cx="537210" cy="537210"/>
          </a:xfrm>
          <a:custGeom>
            <a:avLst/>
            <a:gdLst/>
            <a:ahLst/>
            <a:cxnLst/>
            <a:rect l="l" t="t" r="r" b="b"/>
            <a:pathLst>
              <a:path w="537210" h="537210">
                <a:moveTo>
                  <a:pt x="268536" y="537073"/>
                </a:moveTo>
                <a:lnTo>
                  <a:pt x="220266" y="532746"/>
                </a:lnTo>
                <a:lnTo>
                  <a:pt x="174835" y="520272"/>
                </a:lnTo>
                <a:lnTo>
                  <a:pt x="133000" y="500410"/>
                </a:lnTo>
                <a:lnTo>
                  <a:pt x="95521" y="473916"/>
                </a:lnTo>
                <a:lnTo>
                  <a:pt x="63156" y="441551"/>
                </a:lnTo>
                <a:lnTo>
                  <a:pt x="36663" y="404072"/>
                </a:lnTo>
                <a:lnTo>
                  <a:pt x="16800" y="362237"/>
                </a:lnTo>
                <a:lnTo>
                  <a:pt x="4326" y="316806"/>
                </a:lnTo>
                <a:lnTo>
                  <a:pt x="0" y="268536"/>
                </a:lnTo>
                <a:lnTo>
                  <a:pt x="4326" y="220266"/>
                </a:lnTo>
                <a:lnTo>
                  <a:pt x="16800" y="174835"/>
                </a:lnTo>
                <a:lnTo>
                  <a:pt x="36663" y="133001"/>
                </a:lnTo>
                <a:lnTo>
                  <a:pt x="63156" y="95521"/>
                </a:lnTo>
                <a:lnTo>
                  <a:pt x="95521" y="63156"/>
                </a:lnTo>
                <a:lnTo>
                  <a:pt x="133000" y="36663"/>
                </a:lnTo>
                <a:lnTo>
                  <a:pt x="174835" y="16800"/>
                </a:lnTo>
                <a:lnTo>
                  <a:pt x="220266" y="4326"/>
                </a:lnTo>
                <a:lnTo>
                  <a:pt x="268536" y="0"/>
                </a:lnTo>
                <a:lnTo>
                  <a:pt x="316806" y="4326"/>
                </a:lnTo>
                <a:lnTo>
                  <a:pt x="362237" y="16800"/>
                </a:lnTo>
                <a:lnTo>
                  <a:pt x="404072" y="36663"/>
                </a:lnTo>
                <a:lnTo>
                  <a:pt x="441551" y="63156"/>
                </a:lnTo>
                <a:lnTo>
                  <a:pt x="473916" y="95521"/>
                </a:lnTo>
                <a:lnTo>
                  <a:pt x="500410" y="133001"/>
                </a:lnTo>
                <a:lnTo>
                  <a:pt x="520273" y="174835"/>
                </a:lnTo>
                <a:lnTo>
                  <a:pt x="532746" y="220266"/>
                </a:lnTo>
                <a:lnTo>
                  <a:pt x="537073" y="268536"/>
                </a:lnTo>
                <a:lnTo>
                  <a:pt x="532746" y="316806"/>
                </a:lnTo>
                <a:lnTo>
                  <a:pt x="520273" y="362237"/>
                </a:lnTo>
                <a:lnTo>
                  <a:pt x="500410" y="404072"/>
                </a:lnTo>
                <a:lnTo>
                  <a:pt x="473916" y="441551"/>
                </a:lnTo>
                <a:lnTo>
                  <a:pt x="441551" y="473916"/>
                </a:lnTo>
                <a:lnTo>
                  <a:pt x="404072" y="500410"/>
                </a:lnTo>
                <a:lnTo>
                  <a:pt x="362237" y="520272"/>
                </a:lnTo>
                <a:lnTo>
                  <a:pt x="316806" y="532746"/>
                </a:lnTo>
                <a:lnTo>
                  <a:pt x="268536" y="537073"/>
                </a:lnTo>
                <a:close/>
              </a:path>
            </a:pathLst>
          </a:custGeom>
          <a:solidFill>
            <a:srgbClr val="CB5D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799631" y="1708712"/>
            <a:ext cx="6965950" cy="6050280"/>
            <a:chOff x="799631" y="1708712"/>
            <a:chExt cx="6965950" cy="6050280"/>
          </a:xfrm>
        </p:grpSpPr>
        <p:sp>
          <p:nvSpPr>
            <p:cNvPr id="5" name="object 5"/>
            <p:cNvSpPr/>
            <p:nvPr/>
          </p:nvSpPr>
          <p:spPr>
            <a:xfrm>
              <a:off x="1205120" y="1708712"/>
              <a:ext cx="6560820" cy="5918200"/>
            </a:xfrm>
            <a:custGeom>
              <a:avLst/>
              <a:gdLst/>
              <a:ahLst/>
              <a:cxnLst/>
              <a:rect l="l" t="t" r="r" b="b"/>
              <a:pathLst>
                <a:path w="6560820" h="5918200">
                  <a:moveTo>
                    <a:pt x="1896920" y="12699"/>
                  </a:moveTo>
                  <a:lnTo>
                    <a:pt x="1418528" y="12699"/>
                  </a:lnTo>
                  <a:lnTo>
                    <a:pt x="1456904" y="0"/>
                  </a:lnTo>
                  <a:lnTo>
                    <a:pt x="1861765" y="0"/>
                  </a:lnTo>
                  <a:lnTo>
                    <a:pt x="1896920" y="12699"/>
                  </a:lnTo>
                  <a:close/>
                </a:path>
                <a:path w="6560820" h="5918200">
                  <a:moveTo>
                    <a:pt x="4526735" y="5892799"/>
                  </a:moveTo>
                  <a:lnTo>
                    <a:pt x="3693124" y="5892799"/>
                  </a:lnTo>
                  <a:lnTo>
                    <a:pt x="3651053" y="5880099"/>
                  </a:lnTo>
                  <a:lnTo>
                    <a:pt x="3608989" y="5880099"/>
                  </a:lnTo>
                  <a:lnTo>
                    <a:pt x="3440924" y="5829299"/>
                  </a:lnTo>
                  <a:lnTo>
                    <a:pt x="3398985" y="5829299"/>
                  </a:lnTo>
                  <a:lnTo>
                    <a:pt x="3357090" y="5816599"/>
                  </a:lnTo>
                  <a:lnTo>
                    <a:pt x="3315244" y="5791199"/>
                  </a:lnTo>
                  <a:lnTo>
                    <a:pt x="3148472" y="5740399"/>
                  </a:lnTo>
                  <a:lnTo>
                    <a:pt x="3106962" y="5714999"/>
                  </a:lnTo>
                  <a:lnTo>
                    <a:pt x="3024205" y="5689599"/>
                  </a:lnTo>
                  <a:lnTo>
                    <a:pt x="2982969" y="5664199"/>
                  </a:lnTo>
                  <a:lnTo>
                    <a:pt x="2941837" y="5651499"/>
                  </a:lnTo>
                  <a:lnTo>
                    <a:pt x="2859907" y="5600699"/>
                  </a:lnTo>
                  <a:lnTo>
                    <a:pt x="2819122" y="5587999"/>
                  </a:lnTo>
                  <a:lnTo>
                    <a:pt x="2537530" y="5410199"/>
                  </a:lnTo>
                  <a:lnTo>
                    <a:pt x="2380222" y="5308599"/>
                  </a:lnTo>
                  <a:lnTo>
                    <a:pt x="2341365" y="5270499"/>
                  </a:lnTo>
                  <a:lnTo>
                    <a:pt x="2302707" y="5245099"/>
                  </a:lnTo>
                  <a:lnTo>
                    <a:pt x="2264255" y="5206999"/>
                  </a:lnTo>
                  <a:lnTo>
                    <a:pt x="2226015" y="5181599"/>
                  </a:lnTo>
                  <a:lnTo>
                    <a:pt x="2187993" y="5143499"/>
                  </a:lnTo>
                  <a:lnTo>
                    <a:pt x="2150195" y="5118099"/>
                  </a:lnTo>
                  <a:lnTo>
                    <a:pt x="2038205" y="5003799"/>
                  </a:lnTo>
                  <a:lnTo>
                    <a:pt x="1969295" y="4940299"/>
                  </a:lnTo>
                  <a:lnTo>
                    <a:pt x="1934767" y="4914899"/>
                  </a:lnTo>
                  <a:lnTo>
                    <a:pt x="1865620" y="4838699"/>
                  </a:lnTo>
                  <a:lnTo>
                    <a:pt x="1831023" y="4813299"/>
                  </a:lnTo>
                  <a:lnTo>
                    <a:pt x="1761836" y="4737099"/>
                  </a:lnTo>
                  <a:lnTo>
                    <a:pt x="1727269" y="4711699"/>
                  </a:lnTo>
                  <a:lnTo>
                    <a:pt x="1658242" y="4635499"/>
                  </a:lnTo>
                  <a:lnTo>
                    <a:pt x="1623803" y="4610099"/>
                  </a:lnTo>
                  <a:lnTo>
                    <a:pt x="1555133" y="4533899"/>
                  </a:lnTo>
                  <a:lnTo>
                    <a:pt x="1520923" y="4508499"/>
                  </a:lnTo>
                  <a:lnTo>
                    <a:pt x="1418926" y="4394199"/>
                  </a:lnTo>
                  <a:lnTo>
                    <a:pt x="1385175" y="4368799"/>
                  </a:lnTo>
                  <a:lnTo>
                    <a:pt x="1284817" y="4254499"/>
                  </a:lnTo>
                  <a:lnTo>
                    <a:pt x="1251700" y="4229099"/>
                  </a:lnTo>
                  <a:lnTo>
                    <a:pt x="1186035" y="4152899"/>
                  </a:lnTo>
                  <a:lnTo>
                    <a:pt x="1153510" y="4114799"/>
                  </a:lnTo>
                  <a:lnTo>
                    <a:pt x="1121204" y="4089399"/>
                  </a:lnTo>
                  <a:lnTo>
                    <a:pt x="1057293" y="4013199"/>
                  </a:lnTo>
                  <a:lnTo>
                    <a:pt x="1025710" y="3975099"/>
                  </a:lnTo>
                  <a:lnTo>
                    <a:pt x="994390" y="3949699"/>
                  </a:lnTo>
                  <a:lnTo>
                    <a:pt x="963345" y="3911599"/>
                  </a:lnTo>
                  <a:lnTo>
                    <a:pt x="932585" y="3873499"/>
                  </a:lnTo>
                  <a:lnTo>
                    <a:pt x="902122" y="3835399"/>
                  </a:lnTo>
                  <a:lnTo>
                    <a:pt x="871965" y="3797299"/>
                  </a:lnTo>
                  <a:lnTo>
                    <a:pt x="842127" y="3759199"/>
                  </a:lnTo>
                  <a:lnTo>
                    <a:pt x="812618" y="3733799"/>
                  </a:lnTo>
                  <a:lnTo>
                    <a:pt x="783450" y="3695699"/>
                  </a:lnTo>
                  <a:lnTo>
                    <a:pt x="754632" y="3657599"/>
                  </a:lnTo>
                  <a:lnTo>
                    <a:pt x="726177" y="3619499"/>
                  </a:lnTo>
                  <a:lnTo>
                    <a:pt x="698096" y="3581399"/>
                  </a:lnTo>
                  <a:lnTo>
                    <a:pt x="670399" y="3543299"/>
                  </a:lnTo>
                  <a:lnTo>
                    <a:pt x="643097" y="3517899"/>
                  </a:lnTo>
                  <a:lnTo>
                    <a:pt x="616201" y="3479799"/>
                  </a:lnTo>
                  <a:lnTo>
                    <a:pt x="589723" y="3441699"/>
                  </a:lnTo>
                  <a:lnTo>
                    <a:pt x="563673" y="3403599"/>
                  </a:lnTo>
                  <a:lnTo>
                    <a:pt x="538063" y="3365499"/>
                  </a:lnTo>
                  <a:lnTo>
                    <a:pt x="512903" y="3327399"/>
                  </a:lnTo>
                  <a:lnTo>
                    <a:pt x="488204" y="3289299"/>
                  </a:lnTo>
                  <a:lnTo>
                    <a:pt x="463978" y="3251199"/>
                  </a:lnTo>
                  <a:lnTo>
                    <a:pt x="440235" y="3213099"/>
                  </a:lnTo>
                  <a:lnTo>
                    <a:pt x="416987" y="3187699"/>
                  </a:lnTo>
                  <a:lnTo>
                    <a:pt x="394244" y="3149599"/>
                  </a:lnTo>
                  <a:lnTo>
                    <a:pt x="372018" y="3111499"/>
                  </a:lnTo>
                  <a:lnTo>
                    <a:pt x="350319" y="3073399"/>
                  </a:lnTo>
                  <a:lnTo>
                    <a:pt x="329158" y="3035299"/>
                  </a:lnTo>
                  <a:lnTo>
                    <a:pt x="308547" y="2997199"/>
                  </a:lnTo>
                  <a:lnTo>
                    <a:pt x="288497" y="2959099"/>
                  </a:lnTo>
                  <a:lnTo>
                    <a:pt x="269018" y="2920999"/>
                  </a:lnTo>
                  <a:lnTo>
                    <a:pt x="250121" y="2882899"/>
                  </a:lnTo>
                  <a:lnTo>
                    <a:pt x="231818" y="2844799"/>
                  </a:lnTo>
                  <a:lnTo>
                    <a:pt x="214120" y="2806699"/>
                  </a:lnTo>
                  <a:lnTo>
                    <a:pt x="197037" y="2768599"/>
                  </a:lnTo>
                  <a:lnTo>
                    <a:pt x="180581" y="2730499"/>
                  </a:lnTo>
                  <a:lnTo>
                    <a:pt x="164762" y="2692399"/>
                  </a:lnTo>
                  <a:lnTo>
                    <a:pt x="149592" y="2654299"/>
                  </a:lnTo>
                  <a:lnTo>
                    <a:pt x="135081" y="2616199"/>
                  </a:lnTo>
                  <a:lnTo>
                    <a:pt x="121241" y="2578099"/>
                  </a:lnTo>
                  <a:lnTo>
                    <a:pt x="108083" y="2539999"/>
                  </a:lnTo>
                  <a:lnTo>
                    <a:pt x="95617" y="2501899"/>
                  </a:lnTo>
                  <a:lnTo>
                    <a:pt x="83855" y="2463799"/>
                  </a:lnTo>
                  <a:lnTo>
                    <a:pt x="72807" y="2425699"/>
                  </a:lnTo>
                  <a:lnTo>
                    <a:pt x="62485" y="2387599"/>
                  </a:lnTo>
                  <a:lnTo>
                    <a:pt x="52900" y="2349499"/>
                  </a:lnTo>
                  <a:lnTo>
                    <a:pt x="44063" y="2311399"/>
                  </a:lnTo>
                  <a:lnTo>
                    <a:pt x="35984" y="2273299"/>
                  </a:lnTo>
                  <a:lnTo>
                    <a:pt x="28674" y="2235199"/>
                  </a:lnTo>
                  <a:lnTo>
                    <a:pt x="22146" y="2197099"/>
                  </a:lnTo>
                  <a:lnTo>
                    <a:pt x="16409" y="2158999"/>
                  </a:lnTo>
                  <a:lnTo>
                    <a:pt x="11475" y="2120899"/>
                  </a:lnTo>
                  <a:lnTo>
                    <a:pt x="7355" y="2082799"/>
                  </a:lnTo>
                  <a:lnTo>
                    <a:pt x="4059" y="2044699"/>
                  </a:lnTo>
                  <a:lnTo>
                    <a:pt x="1599" y="2006599"/>
                  </a:lnTo>
                  <a:lnTo>
                    <a:pt x="0" y="1968499"/>
                  </a:lnTo>
                  <a:lnTo>
                    <a:pt x="0" y="1879599"/>
                  </a:lnTo>
                  <a:lnTo>
                    <a:pt x="2221" y="1816099"/>
                  </a:lnTo>
                  <a:lnTo>
                    <a:pt x="8706" y="1727199"/>
                  </a:lnTo>
                  <a:lnTo>
                    <a:pt x="13328" y="1689099"/>
                  </a:lnTo>
                  <a:lnTo>
                    <a:pt x="18885" y="1650999"/>
                  </a:lnTo>
                  <a:lnTo>
                    <a:pt x="25388" y="1612899"/>
                  </a:lnTo>
                  <a:lnTo>
                    <a:pt x="32848" y="1574799"/>
                  </a:lnTo>
                  <a:lnTo>
                    <a:pt x="41276" y="1536699"/>
                  </a:lnTo>
                  <a:lnTo>
                    <a:pt x="50683" y="1498599"/>
                  </a:lnTo>
                  <a:lnTo>
                    <a:pt x="61079" y="1460499"/>
                  </a:lnTo>
                  <a:lnTo>
                    <a:pt x="72477" y="1422399"/>
                  </a:lnTo>
                  <a:lnTo>
                    <a:pt x="84886" y="1384299"/>
                  </a:lnTo>
                  <a:lnTo>
                    <a:pt x="98319" y="1333499"/>
                  </a:lnTo>
                  <a:lnTo>
                    <a:pt x="112785" y="1295399"/>
                  </a:lnTo>
                  <a:lnTo>
                    <a:pt x="128296" y="1257299"/>
                  </a:lnTo>
                  <a:lnTo>
                    <a:pt x="144863" y="1219199"/>
                  </a:lnTo>
                  <a:lnTo>
                    <a:pt x="162497" y="1181099"/>
                  </a:lnTo>
                  <a:lnTo>
                    <a:pt x="181209" y="1142999"/>
                  </a:lnTo>
                  <a:lnTo>
                    <a:pt x="201010" y="1104899"/>
                  </a:lnTo>
                  <a:lnTo>
                    <a:pt x="221911" y="1054099"/>
                  </a:lnTo>
                  <a:lnTo>
                    <a:pt x="243923" y="1015999"/>
                  </a:lnTo>
                  <a:lnTo>
                    <a:pt x="267057" y="977899"/>
                  </a:lnTo>
                  <a:lnTo>
                    <a:pt x="291323" y="939799"/>
                  </a:lnTo>
                  <a:lnTo>
                    <a:pt x="316734" y="901699"/>
                  </a:lnTo>
                  <a:lnTo>
                    <a:pt x="343300" y="863599"/>
                  </a:lnTo>
                  <a:lnTo>
                    <a:pt x="371032" y="825499"/>
                  </a:lnTo>
                  <a:lnTo>
                    <a:pt x="399941" y="774699"/>
                  </a:lnTo>
                  <a:lnTo>
                    <a:pt x="430039" y="736599"/>
                  </a:lnTo>
                  <a:lnTo>
                    <a:pt x="602924" y="533399"/>
                  </a:lnTo>
                  <a:lnTo>
                    <a:pt x="645685" y="482599"/>
                  </a:lnTo>
                  <a:lnTo>
                    <a:pt x="688256" y="444499"/>
                  </a:lnTo>
                  <a:lnTo>
                    <a:pt x="730634" y="393699"/>
                  </a:lnTo>
                  <a:lnTo>
                    <a:pt x="814798" y="317499"/>
                  </a:lnTo>
                  <a:lnTo>
                    <a:pt x="856578" y="292099"/>
                  </a:lnTo>
                  <a:lnTo>
                    <a:pt x="898153" y="253999"/>
                  </a:lnTo>
                  <a:lnTo>
                    <a:pt x="1102836" y="126999"/>
                  </a:lnTo>
                  <a:lnTo>
                    <a:pt x="1143114" y="101599"/>
                  </a:lnTo>
                  <a:lnTo>
                    <a:pt x="1183164" y="88899"/>
                  </a:lnTo>
                  <a:lnTo>
                    <a:pt x="1222984" y="63499"/>
                  </a:lnTo>
                  <a:lnTo>
                    <a:pt x="1379904" y="12699"/>
                  </a:lnTo>
                  <a:lnTo>
                    <a:pt x="1931788" y="12699"/>
                  </a:lnTo>
                  <a:lnTo>
                    <a:pt x="2034628" y="50799"/>
                  </a:lnTo>
                  <a:lnTo>
                    <a:pt x="2068312" y="50799"/>
                  </a:lnTo>
                  <a:lnTo>
                    <a:pt x="2134764" y="76199"/>
                  </a:lnTo>
                  <a:lnTo>
                    <a:pt x="2295420" y="139699"/>
                  </a:lnTo>
                  <a:lnTo>
                    <a:pt x="2326588" y="165099"/>
                  </a:lnTo>
                  <a:lnTo>
                    <a:pt x="2357428" y="177799"/>
                  </a:lnTo>
                  <a:lnTo>
                    <a:pt x="2477444" y="228599"/>
                  </a:lnTo>
                  <a:lnTo>
                    <a:pt x="2506597" y="253999"/>
                  </a:lnTo>
                  <a:lnTo>
                    <a:pt x="2563860" y="279399"/>
                  </a:lnTo>
                  <a:lnTo>
                    <a:pt x="2647101" y="330199"/>
                  </a:lnTo>
                  <a:lnTo>
                    <a:pt x="2727085" y="368299"/>
                  </a:lnTo>
                  <a:lnTo>
                    <a:pt x="2778557" y="393699"/>
                  </a:lnTo>
                  <a:lnTo>
                    <a:pt x="2828519" y="419099"/>
                  </a:lnTo>
                  <a:lnTo>
                    <a:pt x="2876948" y="444499"/>
                  </a:lnTo>
                  <a:lnTo>
                    <a:pt x="2900580" y="444499"/>
                  </a:lnTo>
                  <a:lnTo>
                    <a:pt x="2946662" y="469899"/>
                  </a:lnTo>
                  <a:lnTo>
                    <a:pt x="2969107" y="469899"/>
                  </a:lnTo>
                  <a:lnTo>
                    <a:pt x="2991150" y="482599"/>
                  </a:lnTo>
                  <a:lnTo>
                    <a:pt x="3012788" y="482599"/>
                  </a:lnTo>
                  <a:lnTo>
                    <a:pt x="3034018" y="495299"/>
                  </a:lnTo>
                  <a:lnTo>
                    <a:pt x="5641224" y="495299"/>
                  </a:lnTo>
                  <a:lnTo>
                    <a:pt x="5655782" y="507999"/>
                  </a:lnTo>
                  <a:lnTo>
                    <a:pt x="5684466" y="533399"/>
                  </a:lnTo>
                  <a:lnTo>
                    <a:pt x="5712719" y="558799"/>
                  </a:lnTo>
                  <a:lnTo>
                    <a:pt x="5740538" y="571499"/>
                  </a:lnTo>
                  <a:lnTo>
                    <a:pt x="5767922" y="596899"/>
                  </a:lnTo>
                  <a:lnTo>
                    <a:pt x="5794869" y="622299"/>
                  </a:lnTo>
                  <a:lnTo>
                    <a:pt x="5821378" y="660399"/>
                  </a:lnTo>
                  <a:lnTo>
                    <a:pt x="5847447" y="685799"/>
                  </a:lnTo>
                  <a:lnTo>
                    <a:pt x="5873076" y="711199"/>
                  </a:lnTo>
                  <a:lnTo>
                    <a:pt x="5898261" y="736599"/>
                  </a:lnTo>
                  <a:lnTo>
                    <a:pt x="5923003" y="774699"/>
                  </a:lnTo>
                  <a:lnTo>
                    <a:pt x="5947298" y="800099"/>
                  </a:lnTo>
                  <a:lnTo>
                    <a:pt x="5971147" y="838199"/>
                  </a:lnTo>
                  <a:lnTo>
                    <a:pt x="5994547" y="876299"/>
                  </a:lnTo>
                  <a:lnTo>
                    <a:pt x="6017496" y="901699"/>
                  </a:lnTo>
                  <a:lnTo>
                    <a:pt x="6039994" y="939799"/>
                  </a:lnTo>
                  <a:lnTo>
                    <a:pt x="6062039" y="977899"/>
                  </a:lnTo>
                  <a:lnTo>
                    <a:pt x="6083629" y="1015999"/>
                  </a:lnTo>
                  <a:lnTo>
                    <a:pt x="6104762" y="1054099"/>
                  </a:lnTo>
                  <a:lnTo>
                    <a:pt x="6125438" y="1092199"/>
                  </a:lnTo>
                  <a:lnTo>
                    <a:pt x="6145654" y="1130299"/>
                  </a:lnTo>
                  <a:lnTo>
                    <a:pt x="6165410" y="1181099"/>
                  </a:lnTo>
                  <a:lnTo>
                    <a:pt x="6184704" y="1219199"/>
                  </a:lnTo>
                  <a:lnTo>
                    <a:pt x="6203533" y="1257299"/>
                  </a:lnTo>
                  <a:lnTo>
                    <a:pt x="6221897" y="1295399"/>
                  </a:lnTo>
                  <a:lnTo>
                    <a:pt x="6239795" y="1346199"/>
                  </a:lnTo>
                  <a:lnTo>
                    <a:pt x="6257224" y="1384299"/>
                  </a:lnTo>
                  <a:lnTo>
                    <a:pt x="6274183" y="1435099"/>
                  </a:lnTo>
                  <a:lnTo>
                    <a:pt x="6290671" y="1473199"/>
                  </a:lnTo>
                  <a:lnTo>
                    <a:pt x="6306685" y="1523999"/>
                  </a:lnTo>
                  <a:lnTo>
                    <a:pt x="6322226" y="1574799"/>
                  </a:lnTo>
                  <a:lnTo>
                    <a:pt x="6337290" y="1612899"/>
                  </a:lnTo>
                  <a:lnTo>
                    <a:pt x="6351878" y="1663699"/>
                  </a:lnTo>
                  <a:lnTo>
                    <a:pt x="6365986" y="1714499"/>
                  </a:lnTo>
                  <a:lnTo>
                    <a:pt x="6379614" y="1765299"/>
                  </a:lnTo>
                  <a:lnTo>
                    <a:pt x="6392759" y="1803399"/>
                  </a:lnTo>
                  <a:lnTo>
                    <a:pt x="6405422" y="1854199"/>
                  </a:lnTo>
                  <a:lnTo>
                    <a:pt x="6417599" y="1904999"/>
                  </a:lnTo>
                  <a:lnTo>
                    <a:pt x="6429290" y="1955799"/>
                  </a:lnTo>
                  <a:lnTo>
                    <a:pt x="6440493" y="2006599"/>
                  </a:lnTo>
                  <a:lnTo>
                    <a:pt x="6451206" y="2057399"/>
                  </a:lnTo>
                  <a:lnTo>
                    <a:pt x="6461428" y="2108199"/>
                  </a:lnTo>
                  <a:lnTo>
                    <a:pt x="6471158" y="2158999"/>
                  </a:lnTo>
                  <a:lnTo>
                    <a:pt x="6480394" y="2209799"/>
                  </a:lnTo>
                  <a:lnTo>
                    <a:pt x="6489134" y="2260599"/>
                  </a:lnTo>
                  <a:lnTo>
                    <a:pt x="6497377" y="2311399"/>
                  </a:lnTo>
                  <a:lnTo>
                    <a:pt x="6505121" y="2362199"/>
                  </a:lnTo>
                  <a:lnTo>
                    <a:pt x="6512366" y="2412999"/>
                  </a:lnTo>
                  <a:lnTo>
                    <a:pt x="6519109" y="2463799"/>
                  </a:lnTo>
                  <a:lnTo>
                    <a:pt x="6525348" y="2514599"/>
                  </a:lnTo>
                  <a:lnTo>
                    <a:pt x="6531083" y="2565399"/>
                  </a:lnTo>
                  <a:lnTo>
                    <a:pt x="6536312" y="2628899"/>
                  </a:lnTo>
                  <a:lnTo>
                    <a:pt x="6541033" y="2679699"/>
                  </a:lnTo>
                  <a:lnTo>
                    <a:pt x="6545246" y="2730499"/>
                  </a:lnTo>
                  <a:lnTo>
                    <a:pt x="6548947" y="2781299"/>
                  </a:lnTo>
                  <a:lnTo>
                    <a:pt x="6552136" y="2832099"/>
                  </a:lnTo>
                  <a:lnTo>
                    <a:pt x="6554812" y="2882899"/>
                  </a:lnTo>
                  <a:lnTo>
                    <a:pt x="6556972" y="2933699"/>
                  </a:lnTo>
                  <a:lnTo>
                    <a:pt x="6558616" y="2984499"/>
                  </a:lnTo>
                  <a:lnTo>
                    <a:pt x="6559741" y="3035299"/>
                  </a:lnTo>
                  <a:lnTo>
                    <a:pt x="6560347" y="3098799"/>
                  </a:lnTo>
                  <a:lnTo>
                    <a:pt x="6560431" y="3149599"/>
                  </a:lnTo>
                  <a:lnTo>
                    <a:pt x="6560102" y="3187699"/>
                  </a:lnTo>
                  <a:lnTo>
                    <a:pt x="6559993" y="3200399"/>
                  </a:lnTo>
                  <a:lnTo>
                    <a:pt x="6559030" y="3251199"/>
                  </a:lnTo>
                  <a:lnTo>
                    <a:pt x="6557542" y="3301999"/>
                  </a:lnTo>
                  <a:lnTo>
                    <a:pt x="6555526" y="3352799"/>
                  </a:lnTo>
                  <a:lnTo>
                    <a:pt x="6552982" y="3403599"/>
                  </a:lnTo>
                  <a:lnTo>
                    <a:pt x="6549907" y="3454399"/>
                  </a:lnTo>
                  <a:lnTo>
                    <a:pt x="6546300" y="3505199"/>
                  </a:lnTo>
                  <a:lnTo>
                    <a:pt x="6542160" y="3555999"/>
                  </a:lnTo>
                  <a:lnTo>
                    <a:pt x="6537485" y="3606799"/>
                  </a:lnTo>
                  <a:lnTo>
                    <a:pt x="6532274" y="3644899"/>
                  </a:lnTo>
                  <a:lnTo>
                    <a:pt x="6526525" y="3695699"/>
                  </a:lnTo>
                  <a:lnTo>
                    <a:pt x="6520236" y="3746499"/>
                  </a:lnTo>
                  <a:lnTo>
                    <a:pt x="6513407" y="3797299"/>
                  </a:lnTo>
                  <a:lnTo>
                    <a:pt x="6506035" y="3835399"/>
                  </a:lnTo>
                  <a:lnTo>
                    <a:pt x="6498120" y="3886199"/>
                  </a:lnTo>
                  <a:lnTo>
                    <a:pt x="6489658" y="3936999"/>
                  </a:lnTo>
                  <a:lnTo>
                    <a:pt x="6480650" y="3975099"/>
                  </a:lnTo>
                  <a:lnTo>
                    <a:pt x="6471094" y="4025899"/>
                  </a:lnTo>
                  <a:lnTo>
                    <a:pt x="6460987" y="4063999"/>
                  </a:lnTo>
                  <a:lnTo>
                    <a:pt x="6450329" y="4114799"/>
                  </a:lnTo>
                  <a:lnTo>
                    <a:pt x="6439119" y="4152899"/>
                  </a:lnTo>
                  <a:lnTo>
                    <a:pt x="6427353" y="4203699"/>
                  </a:lnTo>
                  <a:lnTo>
                    <a:pt x="6415032" y="4241799"/>
                  </a:lnTo>
                  <a:lnTo>
                    <a:pt x="6402153" y="4279899"/>
                  </a:lnTo>
                  <a:lnTo>
                    <a:pt x="6388715" y="4330699"/>
                  </a:lnTo>
                  <a:lnTo>
                    <a:pt x="6374716" y="4368799"/>
                  </a:lnTo>
                  <a:lnTo>
                    <a:pt x="6360156" y="4406899"/>
                  </a:lnTo>
                  <a:lnTo>
                    <a:pt x="6345031" y="4444999"/>
                  </a:lnTo>
                  <a:lnTo>
                    <a:pt x="6329342" y="4483099"/>
                  </a:lnTo>
                  <a:lnTo>
                    <a:pt x="6313086" y="4521199"/>
                  </a:lnTo>
                  <a:lnTo>
                    <a:pt x="6296262" y="4546599"/>
                  </a:lnTo>
                  <a:lnTo>
                    <a:pt x="6278869" y="4584699"/>
                  </a:lnTo>
                  <a:lnTo>
                    <a:pt x="6260904" y="4622799"/>
                  </a:lnTo>
                  <a:lnTo>
                    <a:pt x="6242367" y="4660899"/>
                  </a:lnTo>
                  <a:lnTo>
                    <a:pt x="6223256" y="4686299"/>
                  </a:lnTo>
                  <a:lnTo>
                    <a:pt x="6203569" y="4724399"/>
                  </a:lnTo>
                  <a:lnTo>
                    <a:pt x="6183304" y="4749799"/>
                  </a:lnTo>
                  <a:lnTo>
                    <a:pt x="6154094" y="4787899"/>
                  </a:lnTo>
                  <a:lnTo>
                    <a:pt x="6124494" y="4838699"/>
                  </a:lnTo>
                  <a:lnTo>
                    <a:pt x="6094508" y="4876799"/>
                  </a:lnTo>
                  <a:lnTo>
                    <a:pt x="6064144" y="4914899"/>
                  </a:lnTo>
                  <a:lnTo>
                    <a:pt x="6033408" y="4952999"/>
                  </a:lnTo>
                  <a:lnTo>
                    <a:pt x="6002304" y="4991099"/>
                  </a:lnTo>
                  <a:lnTo>
                    <a:pt x="5970841" y="5029199"/>
                  </a:lnTo>
                  <a:lnTo>
                    <a:pt x="5939022" y="5067299"/>
                  </a:lnTo>
                  <a:lnTo>
                    <a:pt x="5906855" y="5092699"/>
                  </a:lnTo>
                  <a:lnTo>
                    <a:pt x="5874346" y="5130799"/>
                  </a:lnTo>
                  <a:lnTo>
                    <a:pt x="5841500" y="5168899"/>
                  </a:lnTo>
                  <a:lnTo>
                    <a:pt x="5808324" y="5206999"/>
                  </a:lnTo>
                  <a:lnTo>
                    <a:pt x="5774823" y="5232399"/>
                  </a:lnTo>
                  <a:lnTo>
                    <a:pt x="5741004" y="5270499"/>
                  </a:lnTo>
                  <a:lnTo>
                    <a:pt x="5672434" y="5321299"/>
                  </a:lnTo>
                  <a:lnTo>
                    <a:pt x="5637696" y="5359399"/>
                  </a:lnTo>
                  <a:lnTo>
                    <a:pt x="5531740" y="5435599"/>
                  </a:lnTo>
                  <a:lnTo>
                    <a:pt x="5495860" y="5473699"/>
                  </a:lnTo>
                  <a:lnTo>
                    <a:pt x="5423297" y="5524499"/>
                  </a:lnTo>
                  <a:lnTo>
                    <a:pt x="5386625" y="5537199"/>
                  </a:lnTo>
                  <a:lnTo>
                    <a:pt x="5275122" y="5613399"/>
                  </a:lnTo>
                  <a:lnTo>
                    <a:pt x="5237478" y="5626099"/>
                  </a:lnTo>
                  <a:lnTo>
                    <a:pt x="5161512" y="5676899"/>
                  </a:lnTo>
                  <a:lnTo>
                    <a:pt x="5123202" y="5689599"/>
                  </a:lnTo>
                  <a:lnTo>
                    <a:pt x="5084682" y="5714999"/>
                  </a:lnTo>
                  <a:lnTo>
                    <a:pt x="5007036" y="5740399"/>
                  </a:lnTo>
                  <a:lnTo>
                    <a:pt x="4967923" y="5765799"/>
                  </a:lnTo>
                  <a:lnTo>
                    <a:pt x="4689262" y="5854699"/>
                  </a:lnTo>
                  <a:lnTo>
                    <a:pt x="4648831" y="5854699"/>
                  </a:lnTo>
                  <a:lnTo>
                    <a:pt x="4526735" y="5892799"/>
                  </a:lnTo>
                  <a:close/>
                </a:path>
                <a:path w="6560820" h="5918200">
                  <a:moveTo>
                    <a:pt x="4932195" y="253999"/>
                  </a:moveTo>
                  <a:lnTo>
                    <a:pt x="4496115" y="253999"/>
                  </a:lnTo>
                  <a:lnTo>
                    <a:pt x="4543722" y="241299"/>
                  </a:lnTo>
                  <a:lnTo>
                    <a:pt x="4882934" y="241299"/>
                  </a:lnTo>
                  <a:lnTo>
                    <a:pt x="4932195" y="253999"/>
                  </a:lnTo>
                  <a:close/>
                </a:path>
                <a:path w="6560820" h="5918200">
                  <a:moveTo>
                    <a:pt x="5031274" y="266699"/>
                  </a:moveTo>
                  <a:lnTo>
                    <a:pt x="4401582" y="266699"/>
                  </a:lnTo>
                  <a:lnTo>
                    <a:pt x="4448734" y="253999"/>
                  </a:lnTo>
                  <a:lnTo>
                    <a:pt x="4981642" y="253999"/>
                  </a:lnTo>
                  <a:lnTo>
                    <a:pt x="5031274" y="266699"/>
                  </a:lnTo>
                  <a:close/>
                </a:path>
                <a:path w="6560820" h="5918200">
                  <a:moveTo>
                    <a:pt x="5641224" y="495299"/>
                  </a:moveTo>
                  <a:lnTo>
                    <a:pt x="3270109" y="495299"/>
                  </a:lnTo>
                  <a:lnTo>
                    <a:pt x="3309806" y="482599"/>
                  </a:lnTo>
                  <a:lnTo>
                    <a:pt x="3390216" y="482599"/>
                  </a:lnTo>
                  <a:lnTo>
                    <a:pt x="3471948" y="457199"/>
                  </a:lnTo>
                  <a:lnTo>
                    <a:pt x="3513301" y="457199"/>
                  </a:lnTo>
                  <a:lnTo>
                    <a:pt x="3596956" y="431799"/>
                  </a:lnTo>
                  <a:lnTo>
                    <a:pt x="3639250" y="431799"/>
                  </a:lnTo>
                  <a:lnTo>
                    <a:pt x="3767951" y="393699"/>
                  </a:lnTo>
                  <a:lnTo>
                    <a:pt x="3855223" y="380999"/>
                  </a:lnTo>
                  <a:lnTo>
                    <a:pt x="4078310" y="317499"/>
                  </a:lnTo>
                  <a:lnTo>
                    <a:pt x="4123735" y="317499"/>
                  </a:lnTo>
                  <a:lnTo>
                    <a:pt x="4261549" y="279399"/>
                  </a:lnTo>
                  <a:lnTo>
                    <a:pt x="4307986" y="279399"/>
                  </a:lnTo>
                  <a:lnTo>
                    <a:pt x="4354665" y="266699"/>
                  </a:lnTo>
                  <a:lnTo>
                    <a:pt x="5081085" y="266699"/>
                  </a:lnTo>
                  <a:lnTo>
                    <a:pt x="5231550" y="304799"/>
                  </a:lnTo>
                  <a:lnTo>
                    <a:pt x="5282036" y="330199"/>
                  </a:lnTo>
                  <a:lnTo>
                    <a:pt x="5332679" y="342899"/>
                  </a:lnTo>
                  <a:lnTo>
                    <a:pt x="5383477" y="368299"/>
                  </a:lnTo>
                  <a:lnTo>
                    <a:pt x="5434425" y="380999"/>
                  </a:lnTo>
                  <a:lnTo>
                    <a:pt x="5536753" y="431799"/>
                  </a:lnTo>
                  <a:lnTo>
                    <a:pt x="5567150" y="444499"/>
                  </a:lnTo>
                  <a:lnTo>
                    <a:pt x="5597122" y="469899"/>
                  </a:lnTo>
                  <a:lnTo>
                    <a:pt x="5626667" y="482599"/>
                  </a:lnTo>
                  <a:lnTo>
                    <a:pt x="5641224" y="495299"/>
                  </a:lnTo>
                  <a:close/>
                </a:path>
                <a:path w="6560820" h="5918200">
                  <a:moveTo>
                    <a:pt x="4444730" y="5905499"/>
                  </a:moveTo>
                  <a:lnTo>
                    <a:pt x="3777262" y="5905499"/>
                  </a:lnTo>
                  <a:lnTo>
                    <a:pt x="3735195" y="5892799"/>
                  </a:lnTo>
                  <a:lnTo>
                    <a:pt x="4485789" y="5892799"/>
                  </a:lnTo>
                  <a:lnTo>
                    <a:pt x="4444730" y="5905499"/>
                  </a:lnTo>
                  <a:close/>
                </a:path>
                <a:path w="6560820" h="5918200">
                  <a:moveTo>
                    <a:pt x="4337702" y="5918199"/>
                  </a:moveTo>
                  <a:lnTo>
                    <a:pt x="3844312" y="5918199"/>
                  </a:lnTo>
                  <a:lnTo>
                    <a:pt x="3819318" y="5905499"/>
                  </a:lnTo>
                  <a:lnTo>
                    <a:pt x="4362295" y="5905499"/>
                  </a:lnTo>
                  <a:lnTo>
                    <a:pt x="4337702" y="5918199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631" y="1807288"/>
              <a:ext cx="6583627" cy="595114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483006" y="3811914"/>
            <a:ext cx="6652259" cy="4804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700">
                <a:solidFill>
                  <a:srgbClr val="CB5DFF"/>
                </a:solidFill>
                <a:latin typeface="Lucida Sans Unicode"/>
                <a:cs typeface="Lucida Sans Unicode"/>
              </a:rPr>
              <a:t>Results</a:t>
            </a:r>
            <a:r>
              <a:rPr dirty="0" sz="2700" spc="25">
                <a:solidFill>
                  <a:srgbClr val="CB5DFF"/>
                </a:solidFill>
                <a:latin typeface="Lucida Sans Unicode"/>
                <a:cs typeface="Lucida Sans Unicode"/>
              </a:rPr>
              <a:t> </a:t>
            </a:r>
            <a:r>
              <a:rPr dirty="0" sz="2700" spc="80">
                <a:solidFill>
                  <a:srgbClr val="CB5DFF"/>
                </a:solidFill>
                <a:latin typeface="Lucida Sans Unicode"/>
                <a:cs typeface="Lucida Sans Unicode"/>
              </a:rPr>
              <a:t>Achieved</a:t>
            </a:r>
            <a:endParaRPr sz="2700">
              <a:latin typeface="Lucida Sans Unicode"/>
              <a:cs typeface="Lucida Sans Unicode"/>
            </a:endParaRPr>
          </a:p>
          <a:p>
            <a:pPr marL="12700" marR="234950">
              <a:lnSpc>
                <a:spcPct val="125000"/>
              </a:lnSpc>
              <a:spcBef>
                <a:spcPts val="1764"/>
              </a:spcBef>
            </a:pP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Successful</a:t>
            </a:r>
            <a:r>
              <a:rPr dirty="0" sz="15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dirty="0" sz="15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registration</a:t>
            </a:r>
            <a:r>
              <a:rPr dirty="0" sz="1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6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dirty="0" sz="15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50">
                <a:solidFill>
                  <a:srgbClr val="FFFFFF"/>
                </a:solidFill>
                <a:latin typeface="Lucida Sans Unicode"/>
                <a:cs typeface="Lucida Sans Unicode"/>
              </a:rPr>
              <a:t>login,</a:t>
            </a:r>
            <a:r>
              <a:rPr dirty="0" sz="15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correct</a:t>
            </a:r>
            <a:r>
              <a:rPr dirty="0" sz="1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product</a:t>
            </a:r>
            <a:r>
              <a:rPr dirty="0" sz="15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Lucida Sans Unicode"/>
                <a:cs typeface="Lucida Sans Unicode"/>
              </a:rPr>
              <a:t>display,</a:t>
            </a:r>
            <a:r>
              <a:rPr dirty="0" sz="1500" spc="-6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dirty="0" sz="1500" spc="-20">
                <a:solidFill>
                  <a:srgbClr val="FFFFFF"/>
                </a:solidFill>
                <a:latin typeface="Lucida Sans Unicode"/>
                <a:cs typeface="Lucida Sans Unicode"/>
              </a:rPr>
              <a:t>time highest</a:t>
            </a:r>
            <a:r>
              <a:rPr dirty="0" sz="1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Lucida Sans Unicode"/>
                <a:cs typeface="Lucida Sans Unicode"/>
              </a:rPr>
              <a:t>bid</a:t>
            </a:r>
            <a:r>
              <a:rPr dirty="0" sz="1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Lucida Sans Unicode"/>
                <a:cs typeface="Lucida Sans Unicode"/>
              </a:rPr>
              <a:t>display,</a:t>
            </a:r>
            <a:r>
              <a:rPr dirty="0" sz="1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functional</a:t>
            </a:r>
            <a:r>
              <a:rPr dirty="0" sz="1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database</a:t>
            </a:r>
            <a:r>
              <a:rPr dirty="0" sz="15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connectivity.</a:t>
            </a:r>
            <a:endParaRPr sz="1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sz="1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700" spc="114">
                <a:solidFill>
                  <a:srgbClr val="CB5DFF"/>
                </a:solidFill>
                <a:latin typeface="Lucida Sans Unicode"/>
                <a:cs typeface="Lucida Sans Unicode"/>
              </a:rPr>
              <a:t>Advantages</a:t>
            </a:r>
            <a:endParaRPr sz="2700">
              <a:latin typeface="Lucida Sans Unicode"/>
              <a:cs typeface="Lucida Sans Unicode"/>
            </a:endParaRPr>
          </a:p>
          <a:p>
            <a:pPr marL="12700" marR="194945">
              <a:lnSpc>
                <a:spcPct val="125000"/>
              </a:lnSpc>
              <a:spcBef>
                <a:spcPts val="1810"/>
              </a:spcBef>
            </a:pP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Easy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use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Lucida Sans Unicode"/>
                <a:cs typeface="Lucida Sans Unicode"/>
              </a:rPr>
              <a:t>accessible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anywhere,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75">
                <a:solidFill>
                  <a:srgbClr val="FFFFFF"/>
                </a:solidFill>
                <a:latin typeface="Lucida Sans Unicode"/>
                <a:cs typeface="Lucida Sans Unicode"/>
              </a:rPr>
              <a:t>real-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time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Lucida Sans Unicode"/>
                <a:cs typeface="Lucida Sans Unicode"/>
              </a:rPr>
              <a:t>bidding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improved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transparency,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secure</a:t>
            </a:r>
            <a:r>
              <a:rPr dirty="0" sz="15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database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Lucida Sans Unicode"/>
                <a:cs typeface="Lucida Sans Unicode"/>
              </a:rPr>
              <a:t>storage,</a:t>
            </a:r>
            <a:r>
              <a:rPr dirty="0" sz="15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5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reduced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manual</a:t>
            </a:r>
            <a:r>
              <a:rPr dirty="0" sz="1500" spc="-3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effort.</a:t>
            </a:r>
            <a:endParaRPr sz="1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15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dirty="0" sz="2700" spc="-10">
                <a:solidFill>
                  <a:srgbClr val="CB5DFF"/>
                </a:solidFill>
                <a:latin typeface="Lucida Sans Unicode"/>
                <a:cs typeface="Lucida Sans Unicode"/>
              </a:rPr>
              <a:t>Limitations</a:t>
            </a:r>
            <a:endParaRPr sz="2700">
              <a:latin typeface="Lucida Sans Unicode"/>
              <a:cs typeface="Lucida Sans Unicode"/>
            </a:endParaRPr>
          </a:p>
          <a:p>
            <a:pPr marL="12700" marR="5080">
              <a:lnSpc>
                <a:spcPct val="125000"/>
              </a:lnSpc>
              <a:spcBef>
                <a:spcPts val="1805"/>
              </a:spcBef>
            </a:pP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payment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gateway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integration,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email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or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SMS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Lucida Sans Unicode"/>
                <a:cs typeface="Lucida Sans Unicode"/>
              </a:rPr>
              <a:t>notifications,</a:t>
            </a:r>
            <a:r>
              <a:rPr dirty="0" sz="1500" spc="-4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basic</a:t>
            </a:r>
            <a:r>
              <a:rPr dirty="0" sz="1500" spc="-35">
                <a:solidFill>
                  <a:srgbClr val="FFFFFF"/>
                </a:solidFill>
                <a:latin typeface="Lucida Sans Unicode"/>
                <a:cs typeface="Lucida Sans Unicode"/>
              </a:rPr>
              <a:t> UI design,</a:t>
            </a:r>
            <a:r>
              <a:rPr dirty="0" sz="15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5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local</a:t>
            </a:r>
            <a:r>
              <a:rPr dirty="0" sz="15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deployment</a:t>
            </a:r>
            <a:r>
              <a:rPr dirty="0" sz="15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only</a:t>
            </a:r>
            <a:r>
              <a:rPr dirty="0" sz="15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15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>
                <a:solidFill>
                  <a:srgbClr val="FFFFFF"/>
                </a:solidFill>
                <a:latin typeface="Lucida Sans Unicode"/>
                <a:cs typeface="Lucida Sans Unicode"/>
              </a:rPr>
              <a:t>no</a:t>
            </a:r>
            <a:r>
              <a:rPr dirty="0" sz="15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cloud</a:t>
            </a:r>
            <a:r>
              <a:rPr dirty="0" sz="15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Lucida Sans Unicode"/>
                <a:cs typeface="Lucida Sans Unicode"/>
              </a:rPr>
              <a:t>hosting.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</a:pPr>
            <a:r>
              <a:rPr dirty="0" spc="180"/>
              <a:t>Results,</a:t>
            </a:r>
            <a:r>
              <a:rPr dirty="0" spc="-370"/>
              <a:t> </a:t>
            </a:r>
            <a:r>
              <a:rPr dirty="0" spc="455"/>
              <a:t>Advantages, </a:t>
            </a:r>
            <a:r>
              <a:rPr dirty="0" spc="655">
                <a:solidFill>
                  <a:srgbClr val="CB5DFF"/>
                </a:solidFill>
              </a:rPr>
              <a:t>and</a:t>
            </a:r>
            <a:r>
              <a:rPr dirty="0" spc="-385">
                <a:solidFill>
                  <a:srgbClr val="CB5DFF"/>
                </a:solidFill>
              </a:rPr>
              <a:t> </a:t>
            </a:r>
            <a:r>
              <a:rPr dirty="0" spc="225">
                <a:solidFill>
                  <a:srgbClr val="CB5DFF"/>
                </a:solidFill>
              </a:rPr>
              <a:t>Limitations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566920" y="764900"/>
            <a:ext cx="7635240" cy="6706870"/>
            <a:chOff x="9566920" y="764900"/>
            <a:chExt cx="7635240" cy="6706870"/>
          </a:xfrm>
        </p:grpSpPr>
        <p:sp>
          <p:nvSpPr>
            <p:cNvPr id="3" name="object 3"/>
            <p:cNvSpPr/>
            <p:nvPr/>
          </p:nvSpPr>
          <p:spPr>
            <a:xfrm>
              <a:off x="10068973" y="1045314"/>
              <a:ext cx="6637020" cy="6426200"/>
            </a:xfrm>
            <a:custGeom>
              <a:avLst/>
              <a:gdLst/>
              <a:ahLst/>
              <a:cxnLst/>
              <a:rect l="l" t="t" r="r" b="b"/>
              <a:pathLst>
                <a:path w="6637019" h="6426200">
                  <a:moveTo>
                    <a:pt x="2702068" y="12700"/>
                  </a:moveTo>
                  <a:lnTo>
                    <a:pt x="1437034" y="12700"/>
                  </a:lnTo>
                  <a:lnTo>
                    <a:pt x="1485672" y="0"/>
                  </a:lnTo>
                  <a:lnTo>
                    <a:pt x="2646753" y="0"/>
                  </a:lnTo>
                  <a:lnTo>
                    <a:pt x="2702068" y="12700"/>
                  </a:lnTo>
                  <a:close/>
                </a:path>
                <a:path w="6637019" h="6426200">
                  <a:moveTo>
                    <a:pt x="2923975" y="25400"/>
                  </a:moveTo>
                  <a:lnTo>
                    <a:pt x="1294180" y="25400"/>
                  </a:lnTo>
                  <a:lnTo>
                    <a:pt x="1341270" y="12700"/>
                  </a:lnTo>
                  <a:lnTo>
                    <a:pt x="2868436" y="12700"/>
                  </a:lnTo>
                  <a:lnTo>
                    <a:pt x="2923975" y="25400"/>
                  </a:lnTo>
                  <a:close/>
                </a:path>
                <a:path w="6637019" h="6426200">
                  <a:moveTo>
                    <a:pt x="3090595" y="38100"/>
                  </a:moveTo>
                  <a:lnTo>
                    <a:pt x="1201670" y="38100"/>
                  </a:lnTo>
                  <a:lnTo>
                    <a:pt x="1247641" y="25400"/>
                  </a:lnTo>
                  <a:lnTo>
                    <a:pt x="3035072" y="25400"/>
                  </a:lnTo>
                  <a:lnTo>
                    <a:pt x="3090595" y="38100"/>
                  </a:lnTo>
                  <a:close/>
                </a:path>
                <a:path w="6637019" h="6426200">
                  <a:moveTo>
                    <a:pt x="3256857" y="50800"/>
                  </a:moveTo>
                  <a:lnTo>
                    <a:pt x="1111503" y="50800"/>
                  </a:lnTo>
                  <a:lnTo>
                    <a:pt x="1156285" y="38100"/>
                  </a:lnTo>
                  <a:lnTo>
                    <a:pt x="3201505" y="38100"/>
                  </a:lnTo>
                  <a:lnTo>
                    <a:pt x="3256857" y="50800"/>
                  </a:lnTo>
                  <a:close/>
                </a:path>
                <a:path w="6637019" h="6426200">
                  <a:moveTo>
                    <a:pt x="3367267" y="63500"/>
                  </a:moveTo>
                  <a:lnTo>
                    <a:pt x="1023818" y="63500"/>
                  </a:lnTo>
                  <a:lnTo>
                    <a:pt x="1067341" y="50800"/>
                  </a:lnTo>
                  <a:lnTo>
                    <a:pt x="3312116" y="50800"/>
                  </a:lnTo>
                  <a:lnTo>
                    <a:pt x="3367267" y="63500"/>
                  </a:lnTo>
                  <a:close/>
                </a:path>
                <a:path w="6637019" h="6426200">
                  <a:moveTo>
                    <a:pt x="3640771" y="88900"/>
                  </a:moveTo>
                  <a:lnTo>
                    <a:pt x="897247" y="88900"/>
                  </a:lnTo>
                  <a:lnTo>
                    <a:pt x="980949" y="63500"/>
                  </a:lnTo>
                  <a:lnTo>
                    <a:pt x="3477170" y="63500"/>
                  </a:lnTo>
                  <a:lnTo>
                    <a:pt x="3531889" y="76200"/>
                  </a:lnTo>
                  <a:lnTo>
                    <a:pt x="3586428" y="76200"/>
                  </a:lnTo>
                  <a:lnTo>
                    <a:pt x="3640771" y="88900"/>
                  </a:lnTo>
                  <a:close/>
                </a:path>
                <a:path w="6637019" h="6426200">
                  <a:moveTo>
                    <a:pt x="2200697" y="6413500"/>
                  </a:moveTo>
                  <a:lnTo>
                    <a:pt x="1642045" y="6413500"/>
                  </a:lnTo>
                  <a:lnTo>
                    <a:pt x="1564851" y="6388100"/>
                  </a:lnTo>
                  <a:lnTo>
                    <a:pt x="1526710" y="6388100"/>
                  </a:lnTo>
                  <a:lnTo>
                    <a:pt x="1341557" y="6324600"/>
                  </a:lnTo>
                  <a:lnTo>
                    <a:pt x="1235802" y="6286500"/>
                  </a:lnTo>
                  <a:lnTo>
                    <a:pt x="1201589" y="6261100"/>
                  </a:lnTo>
                  <a:lnTo>
                    <a:pt x="1134869" y="6235700"/>
                  </a:lnTo>
                  <a:lnTo>
                    <a:pt x="1102412" y="6210300"/>
                  </a:lnTo>
                  <a:lnTo>
                    <a:pt x="1070590" y="6184900"/>
                  </a:lnTo>
                  <a:lnTo>
                    <a:pt x="1039428" y="6172200"/>
                  </a:lnTo>
                  <a:lnTo>
                    <a:pt x="1008950" y="6146800"/>
                  </a:lnTo>
                  <a:lnTo>
                    <a:pt x="979183" y="6121400"/>
                  </a:lnTo>
                  <a:lnTo>
                    <a:pt x="950149" y="6096000"/>
                  </a:lnTo>
                  <a:lnTo>
                    <a:pt x="894384" y="6045200"/>
                  </a:lnTo>
                  <a:lnTo>
                    <a:pt x="841855" y="5994400"/>
                  </a:lnTo>
                  <a:lnTo>
                    <a:pt x="792760" y="5943600"/>
                  </a:lnTo>
                  <a:lnTo>
                    <a:pt x="769562" y="5905500"/>
                  </a:lnTo>
                  <a:lnTo>
                    <a:pt x="747297" y="5880100"/>
                  </a:lnTo>
                  <a:lnTo>
                    <a:pt x="725990" y="5842000"/>
                  </a:lnTo>
                  <a:lnTo>
                    <a:pt x="705666" y="5816600"/>
                  </a:lnTo>
                  <a:lnTo>
                    <a:pt x="686349" y="5778500"/>
                  </a:lnTo>
                  <a:lnTo>
                    <a:pt x="668064" y="5740400"/>
                  </a:lnTo>
                  <a:lnTo>
                    <a:pt x="650836" y="5715000"/>
                  </a:lnTo>
                  <a:lnTo>
                    <a:pt x="634691" y="5676900"/>
                  </a:lnTo>
                  <a:lnTo>
                    <a:pt x="619652" y="5638800"/>
                  </a:lnTo>
                  <a:lnTo>
                    <a:pt x="605745" y="5600700"/>
                  </a:lnTo>
                  <a:lnTo>
                    <a:pt x="592994" y="5562600"/>
                  </a:lnTo>
                  <a:lnTo>
                    <a:pt x="581425" y="5524500"/>
                  </a:lnTo>
                  <a:lnTo>
                    <a:pt x="571061" y="5473700"/>
                  </a:lnTo>
                  <a:lnTo>
                    <a:pt x="561929" y="5435600"/>
                  </a:lnTo>
                  <a:lnTo>
                    <a:pt x="554052" y="5397500"/>
                  </a:lnTo>
                  <a:lnTo>
                    <a:pt x="547456" y="5346700"/>
                  </a:lnTo>
                  <a:lnTo>
                    <a:pt x="542166" y="5308600"/>
                  </a:lnTo>
                  <a:lnTo>
                    <a:pt x="538205" y="5257800"/>
                  </a:lnTo>
                  <a:lnTo>
                    <a:pt x="535600" y="5219700"/>
                  </a:lnTo>
                  <a:lnTo>
                    <a:pt x="534374" y="5168900"/>
                  </a:lnTo>
                  <a:lnTo>
                    <a:pt x="534464" y="5143500"/>
                  </a:lnTo>
                  <a:lnTo>
                    <a:pt x="536162" y="5080000"/>
                  </a:lnTo>
                  <a:lnTo>
                    <a:pt x="539225" y="5029200"/>
                  </a:lnTo>
                  <a:lnTo>
                    <a:pt x="543767" y="4978400"/>
                  </a:lnTo>
                  <a:lnTo>
                    <a:pt x="549814" y="4927600"/>
                  </a:lnTo>
                  <a:lnTo>
                    <a:pt x="557389" y="4876800"/>
                  </a:lnTo>
                  <a:lnTo>
                    <a:pt x="566518" y="4826000"/>
                  </a:lnTo>
                  <a:lnTo>
                    <a:pt x="577225" y="4762500"/>
                  </a:lnTo>
                  <a:lnTo>
                    <a:pt x="589536" y="4711700"/>
                  </a:lnTo>
                  <a:lnTo>
                    <a:pt x="603475" y="4660900"/>
                  </a:lnTo>
                  <a:lnTo>
                    <a:pt x="619067" y="4597400"/>
                  </a:lnTo>
                  <a:lnTo>
                    <a:pt x="631433" y="4559300"/>
                  </a:lnTo>
                  <a:lnTo>
                    <a:pt x="642588" y="4508500"/>
                  </a:lnTo>
                  <a:lnTo>
                    <a:pt x="652559" y="4470400"/>
                  </a:lnTo>
                  <a:lnTo>
                    <a:pt x="661373" y="4419600"/>
                  </a:lnTo>
                  <a:lnTo>
                    <a:pt x="669056" y="4368800"/>
                  </a:lnTo>
                  <a:lnTo>
                    <a:pt x="675636" y="4330700"/>
                  </a:lnTo>
                  <a:lnTo>
                    <a:pt x="681140" y="4279900"/>
                  </a:lnTo>
                  <a:lnTo>
                    <a:pt x="685594" y="4229100"/>
                  </a:lnTo>
                  <a:lnTo>
                    <a:pt x="689027" y="4191000"/>
                  </a:lnTo>
                  <a:lnTo>
                    <a:pt x="691464" y="4140200"/>
                  </a:lnTo>
                  <a:lnTo>
                    <a:pt x="692933" y="4089400"/>
                  </a:lnTo>
                  <a:lnTo>
                    <a:pt x="693461" y="4038600"/>
                  </a:lnTo>
                  <a:lnTo>
                    <a:pt x="693074" y="4000500"/>
                  </a:lnTo>
                  <a:lnTo>
                    <a:pt x="691801" y="3949700"/>
                  </a:lnTo>
                  <a:lnTo>
                    <a:pt x="689667" y="3898900"/>
                  </a:lnTo>
                  <a:lnTo>
                    <a:pt x="686700" y="3848100"/>
                  </a:lnTo>
                  <a:lnTo>
                    <a:pt x="682927" y="3810000"/>
                  </a:lnTo>
                  <a:lnTo>
                    <a:pt x="678375" y="3759200"/>
                  </a:lnTo>
                  <a:lnTo>
                    <a:pt x="673071" y="3708400"/>
                  </a:lnTo>
                  <a:lnTo>
                    <a:pt x="667042" y="3657600"/>
                  </a:lnTo>
                  <a:lnTo>
                    <a:pt x="660314" y="3606800"/>
                  </a:lnTo>
                  <a:lnTo>
                    <a:pt x="652916" y="3556000"/>
                  </a:lnTo>
                  <a:lnTo>
                    <a:pt x="644873" y="3517900"/>
                  </a:lnTo>
                  <a:lnTo>
                    <a:pt x="636214" y="3467100"/>
                  </a:lnTo>
                  <a:lnTo>
                    <a:pt x="626965" y="3416300"/>
                  </a:lnTo>
                  <a:lnTo>
                    <a:pt x="617152" y="3365500"/>
                  </a:lnTo>
                  <a:lnTo>
                    <a:pt x="606804" y="3314700"/>
                  </a:lnTo>
                  <a:lnTo>
                    <a:pt x="595946" y="3263900"/>
                  </a:lnTo>
                  <a:lnTo>
                    <a:pt x="584607" y="3213100"/>
                  </a:lnTo>
                  <a:lnTo>
                    <a:pt x="572812" y="3175000"/>
                  </a:lnTo>
                  <a:lnTo>
                    <a:pt x="560590" y="3124200"/>
                  </a:lnTo>
                  <a:lnTo>
                    <a:pt x="547967" y="3073400"/>
                  </a:lnTo>
                  <a:lnTo>
                    <a:pt x="534970" y="3022600"/>
                  </a:lnTo>
                  <a:lnTo>
                    <a:pt x="521625" y="2971800"/>
                  </a:lnTo>
                  <a:lnTo>
                    <a:pt x="507961" y="2921000"/>
                  </a:lnTo>
                  <a:lnTo>
                    <a:pt x="494005" y="2870200"/>
                  </a:lnTo>
                  <a:lnTo>
                    <a:pt x="479782" y="2832100"/>
                  </a:lnTo>
                  <a:lnTo>
                    <a:pt x="465320" y="2781300"/>
                  </a:lnTo>
                  <a:lnTo>
                    <a:pt x="450647" y="2730500"/>
                  </a:lnTo>
                  <a:lnTo>
                    <a:pt x="435789" y="2679700"/>
                  </a:lnTo>
                  <a:lnTo>
                    <a:pt x="420773" y="2628900"/>
                  </a:lnTo>
                  <a:lnTo>
                    <a:pt x="405626" y="2578100"/>
                  </a:lnTo>
                  <a:lnTo>
                    <a:pt x="390375" y="2527300"/>
                  </a:lnTo>
                  <a:lnTo>
                    <a:pt x="375047" y="2489200"/>
                  </a:lnTo>
                  <a:lnTo>
                    <a:pt x="344270" y="2387600"/>
                  </a:lnTo>
                  <a:lnTo>
                    <a:pt x="298204" y="2247900"/>
                  </a:lnTo>
                  <a:lnTo>
                    <a:pt x="282983" y="2197100"/>
                  </a:lnTo>
                  <a:lnTo>
                    <a:pt x="267874" y="2146300"/>
                  </a:lnTo>
                  <a:lnTo>
                    <a:pt x="252905" y="2108200"/>
                  </a:lnTo>
                  <a:lnTo>
                    <a:pt x="238102" y="2057400"/>
                  </a:lnTo>
                  <a:lnTo>
                    <a:pt x="223493" y="2006600"/>
                  </a:lnTo>
                  <a:lnTo>
                    <a:pt x="209103" y="1968500"/>
                  </a:lnTo>
                  <a:lnTo>
                    <a:pt x="194961" y="1917700"/>
                  </a:lnTo>
                  <a:lnTo>
                    <a:pt x="181094" y="1866900"/>
                  </a:lnTo>
                  <a:lnTo>
                    <a:pt x="167528" y="1828800"/>
                  </a:lnTo>
                  <a:lnTo>
                    <a:pt x="154290" y="1778000"/>
                  </a:lnTo>
                  <a:lnTo>
                    <a:pt x="141408" y="1727200"/>
                  </a:lnTo>
                  <a:lnTo>
                    <a:pt x="128908" y="1689100"/>
                  </a:lnTo>
                  <a:lnTo>
                    <a:pt x="116818" y="1638300"/>
                  </a:lnTo>
                  <a:lnTo>
                    <a:pt x="105164" y="1600200"/>
                  </a:lnTo>
                  <a:lnTo>
                    <a:pt x="93973" y="1549400"/>
                  </a:lnTo>
                  <a:lnTo>
                    <a:pt x="83273" y="1511300"/>
                  </a:lnTo>
                  <a:lnTo>
                    <a:pt x="73091" y="1460500"/>
                  </a:lnTo>
                  <a:lnTo>
                    <a:pt x="63453" y="1422400"/>
                  </a:lnTo>
                  <a:lnTo>
                    <a:pt x="54386" y="1384300"/>
                  </a:lnTo>
                  <a:lnTo>
                    <a:pt x="45918" y="1333500"/>
                  </a:lnTo>
                  <a:lnTo>
                    <a:pt x="38076" y="1295400"/>
                  </a:lnTo>
                  <a:lnTo>
                    <a:pt x="30886" y="1257300"/>
                  </a:lnTo>
                  <a:lnTo>
                    <a:pt x="24376" y="1206500"/>
                  </a:lnTo>
                  <a:lnTo>
                    <a:pt x="18572" y="1168400"/>
                  </a:lnTo>
                  <a:lnTo>
                    <a:pt x="13502" y="1130300"/>
                  </a:lnTo>
                  <a:lnTo>
                    <a:pt x="9192" y="1092200"/>
                  </a:lnTo>
                  <a:lnTo>
                    <a:pt x="5671" y="1041400"/>
                  </a:lnTo>
                  <a:lnTo>
                    <a:pt x="2963" y="1003300"/>
                  </a:lnTo>
                  <a:lnTo>
                    <a:pt x="1098" y="965200"/>
                  </a:lnTo>
                  <a:lnTo>
                    <a:pt x="101" y="927100"/>
                  </a:lnTo>
                  <a:lnTo>
                    <a:pt x="0" y="889000"/>
                  </a:lnTo>
                  <a:lnTo>
                    <a:pt x="821" y="850900"/>
                  </a:lnTo>
                  <a:lnTo>
                    <a:pt x="2592" y="812800"/>
                  </a:lnTo>
                  <a:lnTo>
                    <a:pt x="5340" y="774700"/>
                  </a:lnTo>
                  <a:lnTo>
                    <a:pt x="9103" y="749300"/>
                  </a:lnTo>
                  <a:lnTo>
                    <a:pt x="14200" y="723900"/>
                  </a:lnTo>
                  <a:lnTo>
                    <a:pt x="20612" y="685800"/>
                  </a:lnTo>
                  <a:lnTo>
                    <a:pt x="37312" y="635000"/>
                  </a:lnTo>
                  <a:lnTo>
                    <a:pt x="59066" y="584200"/>
                  </a:lnTo>
                  <a:lnTo>
                    <a:pt x="85734" y="533400"/>
                  </a:lnTo>
                  <a:lnTo>
                    <a:pt x="117178" y="482600"/>
                  </a:lnTo>
                  <a:lnTo>
                    <a:pt x="134647" y="469900"/>
                  </a:lnTo>
                  <a:lnTo>
                    <a:pt x="153257" y="444500"/>
                  </a:lnTo>
                  <a:lnTo>
                    <a:pt x="172992" y="419100"/>
                  </a:lnTo>
                  <a:lnTo>
                    <a:pt x="193834" y="406400"/>
                  </a:lnTo>
                  <a:lnTo>
                    <a:pt x="215766" y="381000"/>
                  </a:lnTo>
                  <a:lnTo>
                    <a:pt x="238770" y="368300"/>
                  </a:lnTo>
                  <a:lnTo>
                    <a:pt x="262828" y="342900"/>
                  </a:lnTo>
                  <a:lnTo>
                    <a:pt x="287924" y="330200"/>
                  </a:lnTo>
                  <a:lnTo>
                    <a:pt x="314040" y="304800"/>
                  </a:lnTo>
                  <a:lnTo>
                    <a:pt x="341159" y="292100"/>
                  </a:lnTo>
                  <a:lnTo>
                    <a:pt x="369263" y="279400"/>
                  </a:lnTo>
                  <a:lnTo>
                    <a:pt x="398335" y="254000"/>
                  </a:lnTo>
                  <a:lnTo>
                    <a:pt x="459313" y="228600"/>
                  </a:lnTo>
                  <a:lnTo>
                    <a:pt x="523955" y="203200"/>
                  </a:lnTo>
                  <a:lnTo>
                    <a:pt x="592121" y="177800"/>
                  </a:lnTo>
                  <a:lnTo>
                    <a:pt x="663672" y="152400"/>
                  </a:lnTo>
                  <a:lnTo>
                    <a:pt x="738469" y="127000"/>
                  </a:lnTo>
                  <a:lnTo>
                    <a:pt x="856448" y="88900"/>
                  </a:lnTo>
                  <a:lnTo>
                    <a:pt x="3694901" y="88900"/>
                  </a:lnTo>
                  <a:lnTo>
                    <a:pt x="3748800" y="101600"/>
                  </a:lnTo>
                  <a:lnTo>
                    <a:pt x="3802450" y="101600"/>
                  </a:lnTo>
                  <a:lnTo>
                    <a:pt x="3855835" y="114300"/>
                  </a:lnTo>
                  <a:lnTo>
                    <a:pt x="3908936" y="114300"/>
                  </a:lnTo>
                  <a:lnTo>
                    <a:pt x="3961737" y="127000"/>
                  </a:lnTo>
                  <a:lnTo>
                    <a:pt x="4014221" y="127000"/>
                  </a:lnTo>
                  <a:lnTo>
                    <a:pt x="4066369" y="139700"/>
                  </a:lnTo>
                  <a:lnTo>
                    <a:pt x="4118164" y="139700"/>
                  </a:lnTo>
                  <a:lnTo>
                    <a:pt x="4169590" y="152400"/>
                  </a:lnTo>
                  <a:lnTo>
                    <a:pt x="4207095" y="152400"/>
                  </a:lnTo>
                  <a:lnTo>
                    <a:pt x="4244710" y="165100"/>
                  </a:lnTo>
                  <a:lnTo>
                    <a:pt x="4282424" y="165100"/>
                  </a:lnTo>
                  <a:lnTo>
                    <a:pt x="4320226" y="177800"/>
                  </a:lnTo>
                  <a:lnTo>
                    <a:pt x="4358104" y="177800"/>
                  </a:lnTo>
                  <a:lnTo>
                    <a:pt x="4396046" y="190500"/>
                  </a:lnTo>
                  <a:lnTo>
                    <a:pt x="4434041" y="190500"/>
                  </a:lnTo>
                  <a:lnTo>
                    <a:pt x="4472078" y="203200"/>
                  </a:lnTo>
                  <a:lnTo>
                    <a:pt x="4510144" y="203200"/>
                  </a:lnTo>
                  <a:lnTo>
                    <a:pt x="4548229" y="215900"/>
                  </a:lnTo>
                  <a:lnTo>
                    <a:pt x="4586321" y="215900"/>
                  </a:lnTo>
                  <a:lnTo>
                    <a:pt x="4624408" y="228600"/>
                  </a:lnTo>
                  <a:lnTo>
                    <a:pt x="4662479" y="228600"/>
                  </a:lnTo>
                  <a:lnTo>
                    <a:pt x="4738526" y="254000"/>
                  </a:lnTo>
                  <a:lnTo>
                    <a:pt x="4776479" y="254000"/>
                  </a:lnTo>
                  <a:lnTo>
                    <a:pt x="4852188" y="279400"/>
                  </a:lnTo>
                  <a:lnTo>
                    <a:pt x="4889920" y="279400"/>
                  </a:lnTo>
                  <a:lnTo>
                    <a:pt x="5002490" y="317500"/>
                  </a:lnTo>
                  <a:lnTo>
                    <a:pt x="5039766" y="317500"/>
                  </a:lnTo>
                  <a:lnTo>
                    <a:pt x="5331865" y="419100"/>
                  </a:lnTo>
                  <a:lnTo>
                    <a:pt x="5575320" y="508000"/>
                  </a:lnTo>
                  <a:lnTo>
                    <a:pt x="5608930" y="533400"/>
                  </a:lnTo>
                  <a:lnTo>
                    <a:pt x="5675156" y="558800"/>
                  </a:lnTo>
                  <a:lnTo>
                    <a:pt x="5707749" y="584200"/>
                  </a:lnTo>
                  <a:lnTo>
                    <a:pt x="5771840" y="609600"/>
                  </a:lnTo>
                  <a:lnTo>
                    <a:pt x="5803315" y="635000"/>
                  </a:lnTo>
                  <a:lnTo>
                    <a:pt x="5834393" y="647700"/>
                  </a:lnTo>
                  <a:lnTo>
                    <a:pt x="5865063" y="673100"/>
                  </a:lnTo>
                  <a:lnTo>
                    <a:pt x="5895315" y="685800"/>
                  </a:lnTo>
                  <a:lnTo>
                    <a:pt x="5925135" y="711200"/>
                  </a:lnTo>
                  <a:lnTo>
                    <a:pt x="5954514" y="723900"/>
                  </a:lnTo>
                  <a:lnTo>
                    <a:pt x="5983439" y="749300"/>
                  </a:lnTo>
                  <a:lnTo>
                    <a:pt x="6011898" y="774700"/>
                  </a:lnTo>
                  <a:lnTo>
                    <a:pt x="6039881" y="800100"/>
                  </a:lnTo>
                  <a:lnTo>
                    <a:pt x="6067376" y="812800"/>
                  </a:lnTo>
                  <a:lnTo>
                    <a:pt x="6120854" y="863600"/>
                  </a:lnTo>
                  <a:lnTo>
                    <a:pt x="6172242" y="914400"/>
                  </a:lnTo>
                  <a:lnTo>
                    <a:pt x="6221446" y="965200"/>
                  </a:lnTo>
                  <a:lnTo>
                    <a:pt x="6268375" y="1016000"/>
                  </a:lnTo>
                  <a:lnTo>
                    <a:pt x="6312936" y="1066800"/>
                  </a:lnTo>
                  <a:lnTo>
                    <a:pt x="6355037" y="1130300"/>
                  </a:lnTo>
                  <a:lnTo>
                    <a:pt x="6375137" y="1155700"/>
                  </a:lnTo>
                  <a:lnTo>
                    <a:pt x="6394587" y="1181100"/>
                  </a:lnTo>
                  <a:lnTo>
                    <a:pt x="6413377" y="1219200"/>
                  </a:lnTo>
                  <a:lnTo>
                    <a:pt x="6431493" y="1244600"/>
                  </a:lnTo>
                  <a:lnTo>
                    <a:pt x="6448926" y="1282700"/>
                  </a:lnTo>
                  <a:lnTo>
                    <a:pt x="6465664" y="1308100"/>
                  </a:lnTo>
                  <a:lnTo>
                    <a:pt x="6481694" y="1346200"/>
                  </a:lnTo>
                  <a:lnTo>
                    <a:pt x="6497006" y="1371600"/>
                  </a:lnTo>
                  <a:lnTo>
                    <a:pt x="6511587" y="1409700"/>
                  </a:lnTo>
                  <a:lnTo>
                    <a:pt x="6525428" y="1447800"/>
                  </a:lnTo>
                  <a:lnTo>
                    <a:pt x="6538515" y="1473200"/>
                  </a:lnTo>
                  <a:lnTo>
                    <a:pt x="6550837" y="1511300"/>
                  </a:lnTo>
                  <a:lnTo>
                    <a:pt x="6562384" y="1549400"/>
                  </a:lnTo>
                  <a:lnTo>
                    <a:pt x="6573142" y="1587500"/>
                  </a:lnTo>
                  <a:lnTo>
                    <a:pt x="6583102" y="1625600"/>
                  </a:lnTo>
                  <a:lnTo>
                    <a:pt x="6592251" y="1663700"/>
                  </a:lnTo>
                  <a:lnTo>
                    <a:pt x="6600578" y="1701800"/>
                  </a:lnTo>
                  <a:lnTo>
                    <a:pt x="6608071" y="1739900"/>
                  </a:lnTo>
                  <a:lnTo>
                    <a:pt x="6614719" y="1790700"/>
                  </a:lnTo>
                  <a:lnTo>
                    <a:pt x="6620511" y="1828800"/>
                  </a:lnTo>
                  <a:lnTo>
                    <a:pt x="6625434" y="1866900"/>
                  </a:lnTo>
                  <a:lnTo>
                    <a:pt x="6629477" y="1905000"/>
                  </a:lnTo>
                  <a:lnTo>
                    <a:pt x="6632629" y="1955800"/>
                  </a:lnTo>
                  <a:lnTo>
                    <a:pt x="6634879" y="1993900"/>
                  </a:lnTo>
                  <a:lnTo>
                    <a:pt x="6636214" y="2044700"/>
                  </a:lnTo>
                  <a:lnTo>
                    <a:pt x="6636623" y="2082800"/>
                  </a:lnTo>
                  <a:lnTo>
                    <a:pt x="6636095" y="2133600"/>
                  </a:lnTo>
                  <a:lnTo>
                    <a:pt x="6634618" y="2184400"/>
                  </a:lnTo>
                  <a:lnTo>
                    <a:pt x="6632181" y="2222500"/>
                  </a:lnTo>
                  <a:lnTo>
                    <a:pt x="6628772" y="2273300"/>
                  </a:lnTo>
                  <a:lnTo>
                    <a:pt x="6624380" y="2324100"/>
                  </a:lnTo>
                  <a:lnTo>
                    <a:pt x="6618993" y="2374900"/>
                  </a:lnTo>
                  <a:lnTo>
                    <a:pt x="6612599" y="2425700"/>
                  </a:lnTo>
                  <a:lnTo>
                    <a:pt x="6605187" y="2476500"/>
                  </a:lnTo>
                  <a:lnTo>
                    <a:pt x="6596747" y="2527300"/>
                  </a:lnTo>
                  <a:lnTo>
                    <a:pt x="6587265" y="2578100"/>
                  </a:lnTo>
                  <a:lnTo>
                    <a:pt x="6576730" y="2641600"/>
                  </a:lnTo>
                  <a:lnTo>
                    <a:pt x="6565132" y="2692400"/>
                  </a:lnTo>
                  <a:lnTo>
                    <a:pt x="6552458" y="2743200"/>
                  </a:lnTo>
                  <a:lnTo>
                    <a:pt x="6538698" y="2806700"/>
                  </a:lnTo>
                  <a:lnTo>
                    <a:pt x="6523839" y="2857500"/>
                  </a:lnTo>
                  <a:lnTo>
                    <a:pt x="6507869" y="2921000"/>
                  </a:lnTo>
                  <a:lnTo>
                    <a:pt x="6490779" y="2971800"/>
                  </a:lnTo>
                  <a:lnTo>
                    <a:pt x="6472555" y="3035300"/>
                  </a:lnTo>
                  <a:lnTo>
                    <a:pt x="6453187" y="3098800"/>
                  </a:lnTo>
                  <a:lnTo>
                    <a:pt x="6432662" y="3162300"/>
                  </a:lnTo>
                  <a:lnTo>
                    <a:pt x="6410970" y="3225800"/>
                  </a:lnTo>
                  <a:lnTo>
                    <a:pt x="6388099" y="3276600"/>
                  </a:lnTo>
                  <a:lnTo>
                    <a:pt x="6361581" y="3340100"/>
                  </a:lnTo>
                  <a:lnTo>
                    <a:pt x="6334573" y="3403600"/>
                  </a:lnTo>
                  <a:lnTo>
                    <a:pt x="6307086" y="3467100"/>
                  </a:lnTo>
                  <a:lnTo>
                    <a:pt x="6279127" y="3530600"/>
                  </a:lnTo>
                  <a:lnTo>
                    <a:pt x="6250706" y="3594100"/>
                  </a:lnTo>
                  <a:lnTo>
                    <a:pt x="6221831" y="3644900"/>
                  </a:lnTo>
                  <a:lnTo>
                    <a:pt x="6192512" y="3708400"/>
                  </a:lnTo>
                  <a:lnTo>
                    <a:pt x="6162756" y="3759200"/>
                  </a:lnTo>
                  <a:lnTo>
                    <a:pt x="6132573" y="3822700"/>
                  </a:lnTo>
                  <a:lnTo>
                    <a:pt x="6101971" y="3873500"/>
                  </a:lnTo>
                  <a:lnTo>
                    <a:pt x="6070960" y="3937000"/>
                  </a:lnTo>
                  <a:lnTo>
                    <a:pt x="6039548" y="3987800"/>
                  </a:lnTo>
                  <a:lnTo>
                    <a:pt x="6007744" y="4038600"/>
                  </a:lnTo>
                  <a:lnTo>
                    <a:pt x="5975557" y="4089400"/>
                  </a:lnTo>
                  <a:lnTo>
                    <a:pt x="5942995" y="4140200"/>
                  </a:lnTo>
                  <a:lnTo>
                    <a:pt x="5910068" y="4191000"/>
                  </a:lnTo>
                  <a:lnTo>
                    <a:pt x="5876784" y="4241800"/>
                  </a:lnTo>
                  <a:lnTo>
                    <a:pt x="5843152" y="4292600"/>
                  </a:lnTo>
                  <a:lnTo>
                    <a:pt x="5809181" y="4343400"/>
                  </a:lnTo>
                  <a:lnTo>
                    <a:pt x="5774880" y="4381500"/>
                  </a:lnTo>
                  <a:lnTo>
                    <a:pt x="5740257" y="4432300"/>
                  </a:lnTo>
                  <a:lnTo>
                    <a:pt x="5705321" y="4483100"/>
                  </a:lnTo>
                  <a:lnTo>
                    <a:pt x="5670082" y="4521200"/>
                  </a:lnTo>
                  <a:lnTo>
                    <a:pt x="5634547" y="4572000"/>
                  </a:lnTo>
                  <a:lnTo>
                    <a:pt x="5562627" y="4648200"/>
                  </a:lnTo>
                  <a:lnTo>
                    <a:pt x="5526260" y="4699000"/>
                  </a:lnTo>
                  <a:lnTo>
                    <a:pt x="5489633" y="4737100"/>
                  </a:lnTo>
                  <a:lnTo>
                    <a:pt x="5378281" y="4851400"/>
                  </a:lnTo>
                  <a:lnTo>
                    <a:pt x="5264907" y="4965700"/>
                  </a:lnTo>
                  <a:lnTo>
                    <a:pt x="5149749" y="5080000"/>
                  </a:lnTo>
                  <a:lnTo>
                    <a:pt x="5111007" y="5105400"/>
                  </a:lnTo>
                  <a:lnTo>
                    <a:pt x="5033045" y="5181600"/>
                  </a:lnTo>
                  <a:lnTo>
                    <a:pt x="4993841" y="5207000"/>
                  </a:lnTo>
                  <a:lnTo>
                    <a:pt x="4954501" y="5245100"/>
                  </a:lnTo>
                  <a:lnTo>
                    <a:pt x="4875445" y="5295900"/>
                  </a:lnTo>
                  <a:lnTo>
                    <a:pt x="4835748" y="5334000"/>
                  </a:lnTo>
                  <a:lnTo>
                    <a:pt x="4756059" y="5384800"/>
                  </a:lnTo>
                  <a:lnTo>
                    <a:pt x="4716084" y="5422900"/>
                  </a:lnTo>
                  <a:lnTo>
                    <a:pt x="4354000" y="5651500"/>
                  </a:lnTo>
                  <a:lnTo>
                    <a:pt x="4313673" y="5664200"/>
                  </a:lnTo>
                  <a:lnTo>
                    <a:pt x="4192807" y="5740400"/>
                  </a:lnTo>
                  <a:lnTo>
                    <a:pt x="4152586" y="5753100"/>
                  </a:lnTo>
                  <a:lnTo>
                    <a:pt x="4072297" y="5803900"/>
                  </a:lnTo>
                  <a:lnTo>
                    <a:pt x="4032248" y="5816600"/>
                  </a:lnTo>
                  <a:lnTo>
                    <a:pt x="3992273" y="5842000"/>
                  </a:lnTo>
                  <a:lnTo>
                    <a:pt x="3912584" y="5867400"/>
                  </a:lnTo>
                  <a:lnTo>
                    <a:pt x="3872887" y="5892800"/>
                  </a:lnTo>
                  <a:lnTo>
                    <a:pt x="3833300" y="5905500"/>
                  </a:lnTo>
                  <a:lnTo>
                    <a:pt x="3793832" y="5930900"/>
                  </a:lnTo>
                  <a:lnTo>
                    <a:pt x="3676229" y="5969000"/>
                  </a:lnTo>
                  <a:lnTo>
                    <a:pt x="3637325" y="5994400"/>
                  </a:lnTo>
                  <a:lnTo>
                    <a:pt x="3370051" y="6083300"/>
                  </a:lnTo>
                  <a:lnTo>
                    <a:pt x="3332698" y="6108700"/>
                  </a:lnTo>
                  <a:lnTo>
                    <a:pt x="3295577" y="6108700"/>
                  </a:lnTo>
                  <a:lnTo>
                    <a:pt x="3258699" y="6121400"/>
                  </a:lnTo>
                  <a:lnTo>
                    <a:pt x="3008075" y="6210300"/>
                  </a:lnTo>
                  <a:lnTo>
                    <a:pt x="2973452" y="6210300"/>
                  </a:lnTo>
                  <a:lnTo>
                    <a:pt x="2871548" y="6248400"/>
                  </a:lnTo>
                  <a:lnTo>
                    <a:pt x="2838264" y="6248400"/>
                  </a:lnTo>
                  <a:lnTo>
                    <a:pt x="2740588" y="6286500"/>
                  </a:lnTo>
                  <a:lnTo>
                    <a:pt x="2708784" y="6286500"/>
                  </a:lnTo>
                  <a:lnTo>
                    <a:pt x="2646361" y="6311900"/>
                  </a:lnTo>
                  <a:lnTo>
                    <a:pt x="2615759" y="6311900"/>
                  </a:lnTo>
                  <a:lnTo>
                    <a:pt x="2555821" y="6324600"/>
                  </a:lnTo>
                  <a:lnTo>
                    <a:pt x="2441246" y="6362700"/>
                  </a:lnTo>
                  <a:lnTo>
                    <a:pt x="2413759" y="6362700"/>
                  </a:lnTo>
                  <a:lnTo>
                    <a:pt x="2386751" y="6375400"/>
                  </a:lnTo>
                  <a:lnTo>
                    <a:pt x="2360233" y="6375400"/>
                  </a:lnTo>
                  <a:lnTo>
                    <a:pt x="2280734" y="6400800"/>
                  </a:lnTo>
                  <a:lnTo>
                    <a:pt x="2240771" y="6400800"/>
                  </a:lnTo>
                  <a:lnTo>
                    <a:pt x="2200697" y="6413500"/>
                  </a:lnTo>
                  <a:close/>
                </a:path>
                <a:path w="6637019" h="6426200">
                  <a:moveTo>
                    <a:pt x="2120320" y="6426200"/>
                  </a:moveTo>
                  <a:lnTo>
                    <a:pt x="1720290" y="6426200"/>
                  </a:lnTo>
                  <a:lnTo>
                    <a:pt x="1681049" y="6413500"/>
                  </a:lnTo>
                  <a:lnTo>
                    <a:pt x="2160539" y="6413500"/>
                  </a:lnTo>
                  <a:lnTo>
                    <a:pt x="2120320" y="6426200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08159" y="764900"/>
              <a:ext cx="6516321" cy="63246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566910" y="1178508"/>
              <a:ext cx="7635240" cy="4043045"/>
            </a:xfrm>
            <a:custGeom>
              <a:avLst/>
              <a:gdLst/>
              <a:ahLst/>
              <a:cxnLst/>
              <a:rect l="l" t="t" r="r" b="b"/>
              <a:pathLst>
                <a:path w="7635240" h="4043045">
                  <a:moveTo>
                    <a:pt x="537083" y="3774059"/>
                  </a:moveTo>
                  <a:lnTo>
                    <a:pt x="532752" y="3725786"/>
                  </a:lnTo>
                  <a:lnTo>
                    <a:pt x="520280" y="3680358"/>
                  </a:lnTo>
                  <a:lnTo>
                    <a:pt x="500418" y="3638524"/>
                  </a:lnTo>
                  <a:lnTo>
                    <a:pt x="473925" y="3601047"/>
                  </a:lnTo>
                  <a:lnTo>
                    <a:pt x="441553" y="3568674"/>
                  </a:lnTo>
                  <a:lnTo>
                    <a:pt x="404075" y="3542182"/>
                  </a:lnTo>
                  <a:lnTo>
                    <a:pt x="362242" y="3522319"/>
                  </a:lnTo>
                  <a:lnTo>
                    <a:pt x="316814" y="3509848"/>
                  </a:lnTo>
                  <a:lnTo>
                    <a:pt x="268541" y="3505517"/>
                  </a:lnTo>
                  <a:lnTo>
                    <a:pt x="220268" y="3509848"/>
                  </a:lnTo>
                  <a:lnTo>
                    <a:pt x="174840" y="3522319"/>
                  </a:lnTo>
                  <a:lnTo>
                    <a:pt x="133007" y="3542182"/>
                  </a:lnTo>
                  <a:lnTo>
                    <a:pt x="95529" y="3568674"/>
                  </a:lnTo>
                  <a:lnTo>
                    <a:pt x="63157" y="3601047"/>
                  </a:lnTo>
                  <a:lnTo>
                    <a:pt x="36664" y="3638524"/>
                  </a:lnTo>
                  <a:lnTo>
                    <a:pt x="16802" y="3680358"/>
                  </a:lnTo>
                  <a:lnTo>
                    <a:pt x="4330" y="3725786"/>
                  </a:lnTo>
                  <a:lnTo>
                    <a:pt x="0" y="3774059"/>
                  </a:lnTo>
                  <a:lnTo>
                    <a:pt x="4330" y="3822331"/>
                  </a:lnTo>
                  <a:lnTo>
                    <a:pt x="16802" y="3867759"/>
                  </a:lnTo>
                  <a:lnTo>
                    <a:pt x="36664" y="3909593"/>
                  </a:lnTo>
                  <a:lnTo>
                    <a:pt x="63157" y="3947071"/>
                  </a:lnTo>
                  <a:lnTo>
                    <a:pt x="95529" y="3979443"/>
                  </a:lnTo>
                  <a:lnTo>
                    <a:pt x="133007" y="4005935"/>
                  </a:lnTo>
                  <a:lnTo>
                    <a:pt x="174840" y="4025798"/>
                  </a:lnTo>
                  <a:lnTo>
                    <a:pt x="220268" y="4038269"/>
                  </a:lnTo>
                  <a:lnTo>
                    <a:pt x="268541" y="4042600"/>
                  </a:lnTo>
                  <a:lnTo>
                    <a:pt x="316814" y="4038269"/>
                  </a:lnTo>
                  <a:lnTo>
                    <a:pt x="362242" y="4025798"/>
                  </a:lnTo>
                  <a:lnTo>
                    <a:pt x="404075" y="4005935"/>
                  </a:lnTo>
                  <a:lnTo>
                    <a:pt x="441553" y="3979443"/>
                  </a:lnTo>
                  <a:lnTo>
                    <a:pt x="473925" y="3947071"/>
                  </a:lnTo>
                  <a:lnTo>
                    <a:pt x="500418" y="3909593"/>
                  </a:lnTo>
                  <a:lnTo>
                    <a:pt x="520280" y="3867759"/>
                  </a:lnTo>
                  <a:lnTo>
                    <a:pt x="532752" y="3822331"/>
                  </a:lnTo>
                  <a:lnTo>
                    <a:pt x="537083" y="3774059"/>
                  </a:lnTo>
                  <a:close/>
                </a:path>
                <a:path w="7635240" h="4043045">
                  <a:moveTo>
                    <a:pt x="7635227" y="268528"/>
                  </a:moveTo>
                  <a:lnTo>
                    <a:pt x="7630909" y="220268"/>
                  </a:lnTo>
                  <a:lnTo>
                    <a:pt x="7618438" y="174828"/>
                  </a:lnTo>
                  <a:lnTo>
                    <a:pt x="7598575" y="132994"/>
                  </a:lnTo>
                  <a:lnTo>
                    <a:pt x="7572083" y="95516"/>
                  </a:lnTo>
                  <a:lnTo>
                    <a:pt x="7539710" y="63157"/>
                  </a:lnTo>
                  <a:lnTo>
                    <a:pt x="7502233" y="36664"/>
                  </a:lnTo>
                  <a:lnTo>
                    <a:pt x="7460399" y="16802"/>
                  </a:lnTo>
                  <a:lnTo>
                    <a:pt x="7414971" y="4318"/>
                  </a:lnTo>
                  <a:lnTo>
                    <a:pt x="7366698" y="0"/>
                  </a:lnTo>
                  <a:lnTo>
                    <a:pt x="7318426" y="4318"/>
                  </a:lnTo>
                  <a:lnTo>
                    <a:pt x="7272998" y="16802"/>
                  </a:lnTo>
                  <a:lnTo>
                    <a:pt x="7231164" y="36664"/>
                  </a:lnTo>
                  <a:lnTo>
                    <a:pt x="7193686" y="63157"/>
                  </a:lnTo>
                  <a:lnTo>
                    <a:pt x="7161314" y="95516"/>
                  </a:lnTo>
                  <a:lnTo>
                    <a:pt x="7134822" y="132994"/>
                  </a:lnTo>
                  <a:lnTo>
                    <a:pt x="7114959" y="174828"/>
                  </a:lnTo>
                  <a:lnTo>
                    <a:pt x="7102488" y="220268"/>
                  </a:lnTo>
                  <a:lnTo>
                    <a:pt x="7098157" y="268528"/>
                  </a:lnTo>
                  <a:lnTo>
                    <a:pt x="7102488" y="316801"/>
                  </a:lnTo>
                  <a:lnTo>
                    <a:pt x="7114959" y="362229"/>
                  </a:lnTo>
                  <a:lnTo>
                    <a:pt x="7134822" y="404075"/>
                  </a:lnTo>
                  <a:lnTo>
                    <a:pt x="7161314" y="441553"/>
                  </a:lnTo>
                  <a:lnTo>
                    <a:pt x="7193686" y="473913"/>
                  </a:lnTo>
                  <a:lnTo>
                    <a:pt x="7231164" y="500405"/>
                  </a:lnTo>
                  <a:lnTo>
                    <a:pt x="7272998" y="520268"/>
                  </a:lnTo>
                  <a:lnTo>
                    <a:pt x="7318426" y="532739"/>
                  </a:lnTo>
                  <a:lnTo>
                    <a:pt x="7366698" y="537070"/>
                  </a:lnTo>
                  <a:lnTo>
                    <a:pt x="7414971" y="532739"/>
                  </a:lnTo>
                  <a:lnTo>
                    <a:pt x="7460399" y="520268"/>
                  </a:lnTo>
                  <a:lnTo>
                    <a:pt x="7502233" y="500405"/>
                  </a:lnTo>
                  <a:lnTo>
                    <a:pt x="7539710" y="473913"/>
                  </a:lnTo>
                  <a:lnTo>
                    <a:pt x="7572083" y="441553"/>
                  </a:lnTo>
                  <a:lnTo>
                    <a:pt x="7598575" y="404075"/>
                  </a:lnTo>
                  <a:lnTo>
                    <a:pt x="7618438" y="362229"/>
                  </a:lnTo>
                  <a:lnTo>
                    <a:pt x="7630909" y="316801"/>
                  </a:lnTo>
                  <a:lnTo>
                    <a:pt x="7635227" y="268528"/>
                  </a:lnTo>
                  <a:close/>
                </a:path>
              </a:pathLst>
            </a:custGeom>
            <a:solidFill>
              <a:srgbClr val="CB5D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0965" rIns="0" bIns="0" rtlCol="0" vert="horz">
            <a:spAutoFit/>
          </a:bodyPr>
          <a:lstStyle/>
          <a:p>
            <a:pPr marL="228600" indent="-225425">
              <a:lnSpc>
                <a:spcPct val="100000"/>
              </a:lnSpc>
              <a:spcBef>
                <a:spcPts val="795"/>
              </a:spcBef>
              <a:buSzPct val="98148"/>
              <a:buChar char="•"/>
              <a:tabLst>
                <a:tab pos="228600" algn="l"/>
              </a:tabLst>
            </a:pPr>
            <a:r>
              <a:rPr dirty="0"/>
              <a:t>Payment</a:t>
            </a:r>
            <a:r>
              <a:rPr dirty="0" spc="-125"/>
              <a:t> </a:t>
            </a:r>
            <a:r>
              <a:rPr dirty="0" spc="-20"/>
              <a:t>gateway</a:t>
            </a:r>
            <a:r>
              <a:rPr dirty="0" spc="-120"/>
              <a:t> </a:t>
            </a:r>
            <a:r>
              <a:rPr dirty="0" spc="75"/>
              <a:t>&amp;</a:t>
            </a:r>
            <a:r>
              <a:rPr dirty="0" spc="-125"/>
              <a:t> </a:t>
            </a:r>
            <a:r>
              <a:rPr dirty="0" spc="-40"/>
              <a:t>email/SMS</a:t>
            </a:r>
            <a:r>
              <a:rPr dirty="0" spc="-120"/>
              <a:t> </a:t>
            </a:r>
            <a:r>
              <a:rPr dirty="0" spc="-10"/>
              <a:t>notifications</a:t>
            </a:r>
          </a:p>
          <a:p>
            <a:pPr marL="228600" indent="-225425">
              <a:lnSpc>
                <a:spcPct val="100000"/>
              </a:lnSpc>
              <a:spcBef>
                <a:spcPts val="695"/>
              </a:spcBef>
              <a:buSzPct val="98148"/>
              <a:buChar char="•"/>
              <a:tabLst>
                <a:tab pos="228600" algn="l"/>
              </a:tabLst>
            </a:pPr>
            <a:r>
              <a:rPr dirty="0" spc="-10"/>
              <a:t>Mobile</a:t>
            </a:r>
            <a:r>
              <a:rPr dirty="0" spc="-175"/>
              <a:t> </a:t>
            </a:r>
            <a:r>
              <a:rPr dirty="0" spc="-20"/>
              <a:t>app</a:t>
            </a:r>
            <a:r>
              <a:rPr dirty="0" spc="-170"/>
              <a:t> </a:t>
            </a:r>
            <a:r>
              <a:rPr dirty="0" spc="-35"/>
              <a:t>support</a:t>
            </a:r>
            <a:r>
              <a:rPr dirty="0" spc="-170"/>
              <a:t> </a:t>
            </a:r>
            <a:r>
              <a:rPr dirty="0"/>
              <a:t>with</a:t>
            </a:r>
            <a:r>
              <a:rPr dirty="0" spc="-175"/>
              <a:t> </a:t>
            </a:r>
            <a:r>
              <a:rPr dirty="0" spc="-35"/>
              <a:t>product</a:t>
            </a:r>
            <a:r>
              <a:rPr dirty="0" spc="-170"/>
              <a:t> </a:t>
            </a:r>
            <a:r>
              <a:rPr dirty="0" spc="-10"/>
              <a:t>images</a:t>
            </a:r>
          </a:p>
          <a:p>
            <a:pPr marL="12700" marR="363855" indent="-9525">
              <a:lnSpc>
                <a:spcPct val="121400"/>
              </a:lnSpc>
              <a:buSzPct val="98148"/>
              <a:buChar char="•"/>
              <a:tabLst>
                <a:tab pos="228600" algn="l"/>
              </a:tabLst>
            </a:pPr>
            <a:r>
              <a:rPr dirty="0" spc="-60"/>
              <a:t>	</a:t>
            </a:r>
            <a:r>
              <a:rPr dirty="0" spc="-60"/>
              <a:t>Admin</a:t>
            </a:r>
            <a:r>
              <a:rPr dirty="0" spc="-160"/>
              <a:t> </a:t>
            </a:r>
            <a:r>
              <a:rPr dirty="0" spc="-40"/>
              <a:t>dashboard,</a:t>
            </a:r>
            <a:r>
              <a:rPr dirty="0" spc="-155"/>
              <a:t> </a:t>
            </a:r>
            <a:r>
              <a:rPr dirty="0" spc="-25"/>
              <a:t>auction</a:t>
            </a:r>
            <a:r>
              <a:rPr dirty="0" spc="-160"/>
              <a:t> </a:t>
            </a:r>
            <a:r>
              <a:rPr dirty="0"/>
              <a:t>timer</a:t>
            </a:r>
            <a:r>
              <a:rPr dirty="0" spc="-155"/>
              <a:t> </a:t>
            </a:r>
            <a:r>
              <a:rPr dirty="0" spc="75"/>
              <a:t>&amp;</a:t>
            </a:r>
            <a:r>
              <a:rPr dirty="0" spc="-160"/>
              <a:t> </a:t>
            </a:r>
            <a:r>
              <a:rPr dirty="0" spc="-10"/>
              <a:t>winner announcement</a:t>
            </a:r>
          </a:p>
          <a:p>
            <a:pPr algn="just" marL="12700" marR="5080">
              <a:lnSpc>
                <a:spcPct val="121400"/>
              </a:lnSpc>
            </a:pPr>
            <a:r>
              <a:rPr dirty="0" spc="-110"/>
              <a:t>This</a:t>
            </a:r>
            <a:r>
              <a:rPr dirty="0" spc="-105"/>
              <a:t> </a:t>
            </a:r>
            <a:r>
              <a:rPr dirty="0" spc="-40"/>
              <a:t>project</a:t>
            </a:r>
            <a:r>
              <a:rPr dirty="0" spc="-155"/>
              <a:t> </a:t>
            </a:r>
            <a:r>
              <a:rPr dirty="0" spc="-20"/>
              <a:t>demonstrates</a:t>
            </a:r>
            <a:r>
              <a:rPr dirty="0" spc="-125"/>
              <a:t> </a:t>
            </a:r>
            <a:r>
              <a:rPr dirty="0"/>
              <a:t>a</a:t>
            </a:r>
            <a:r>
              <a:rPr dirty="0" spc="-130"/>
              <a:t> </a:t>
            </a:r>
            <a:r>
              <a:rPr dirty="0" spc="-35"/>
              <a:t>functional</a:t>
            </a:r>
            <a:r>
              <a:rPr dirty="0" spc="-130"/>
              <a:t> </a:t>
            </a:r>
            <a:r>
              <a:rPr dirty="0" spc="-10"/>
              <a:t>online </a:t>
            </a:r>
            <a:r>
              <a:rPr dirty="0" spc="-25"/>
              <a:t>auction</a:t>
            </a:r>
            <a:r>
              <a:rPr dirty="0" spc="-160"/>
              <a:t> </a:t>
            </a:r>
            <a:r>
              <a:rPr dirty="0" spc="-30"/>
              <a:t>system</a:t>
            </a:r>
            <a:r>
              <a:rPr dirty="0" spc="-155"/>
              <a:t> </a:t>
            </a:r>
            <a:r>
              <a:rPr dirty="0" spc="-55"/>
              <a:t>addressing</a:t>
            </a:r>
            <a:r>
              <a:rPr dirty="0" spc="-155"/>
              <a:t> </a:t>
            </a:r>
            <a:r>
              <a:rPr dirty="0"/>
              <a:t>the</a:t>
            </a:r>
            <a:r>
              <a:rPr dirty="0" spc="-160"/>
              <a:t> </a:t>
            </a:r>
            <a:r>
              <a:rPr dirty="0" spc="-40"/>
              <a:t>key</a:t>
            </a:r>
            <a:r>
              <a:rPr dirty="0" spc="-155"/>
              <a:t> </a:t>
            </a:r>
            <a:r>
              <a:rPr dirty="0" spc="-10"/>
              <a:t>challenges </a:t>
            </a:r>
            <a:r>
              <a:rPr dirty="0" spc="-45"/>
              <a:t>of</a:t>
            </a:r>
            <a:r>
              <a:rPr dirty="0" spc="-145"/>
              <a:t> </a:t>
            </a:r>
            <a:r>
              <a:rPr dirty="0" spc="-25"/>
              <a:t>traditional</a:t>
            </a:r>
            <a:r>
              <a:rPr dirty="0" spc="-140"/>
              <a:t> </a:t>
            </a:r>
            <a:r>
              <a:rPr dirty="0" spc="-50"/>
              <a:t>auctions.</a:t>
            </a:r>
            <a:r>
              <a:rPr dirty="0" spc="-140"/>
              <a:t> </a:t>
            </a:r>
            <a:r>
              <a:rPr dirty="0" spc="-70"/>
              <a:t>Thank</a:t>
            </a:r>
            <a:r>
              <a:rPr dirty="0" spc="-140"/>
              <a:t> </a:t>
            </a:r>
            <a:r>
              <a:rPr dirty="0" spc="-20"/>
              <a:t>you!</a:t>
            </a: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233385" y="1165034"/>
            <a:ext cx="7882255" cy="3312160"/>
          </a:xfrm>
          <a:prstGeom prst="rect"/>
        </p:spPr>
        <p:txBody>
          <a:bodyPr wrap="square" lIns="0" tIns="140970" rIns="0" bIns="0" rtlCol="0" vert="horz">
            <a:spAutoFit/>
          </a:bodyPr>
          <a:lstStyle/>
          <a:p>
            <a:pPr marL="12700" marR="5080" indent="16510">
              <a:lnSpc>
                <a:spcPct val="89100"/>
              </a:lnSpc>
              <a:spcBef>
                <a:spcPts val="1110"/>
              </a:spcBef>
            </a:pPr>
            <a:r>
              <a:rPr dirty="0" sz="7750" spc="80"/>
              <a:t>Future </a:t>
            </a:r>
            <a:r>
              <a:rPr dirty="0" sz="7750" spc="505"/>
              <a:t>Enhancements </a:t>
            </a:r>
            <a:r>
              <a:rPr dirty="0" sz="7750" spc="775">
                <a:solidFill>
                  <a:srgbClr val="CB5DFF"/>
                </a:solidFill>
              </a:rPr>
              <a:t>and</a:t>
            </a:r>
            <a:r>
              <a:rPr dirty="0" sz="7750" spc="-495">
                <a:solidFill>
                  <a:srgbClr val="CB5DFF"/>
                </a:solidFill>
              </a:rPr>
              <a:t> </a:t>
            </a:r>
            <a:r>
              <a:rPr dirty="0" sz="7750" spc="480">
                <a:solidFill>
                  <a:srgbClr val="CB5DFF"/>
                </a:solidFill>
              </a:rPr>
              <a:t>Conclusion</a:t>
            </a:r>
            <a:endParaRPr sz="77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Likith Gangaraju</dc:creator>
  <cp:keywords>DAHNNFBeZcA,BAG1jYDUZtA,0</cp:keywords>
  <dc:title>Online Auction Bidding System - Mini Project</dc:title>
  <dcterms:created xsi:type="dcterms:W3CDTF">2026-06-22T10:49:20Z</dcterms:created>
  <dcterms:modified xsi:type="dcterms:W3CDTF">2026-06-22T10:49:20Z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2026-06-21T00:00:00Z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2026-06-22T00:00:00Z</vt:filetime>
  </property>
  <property fmtid="{D5CDD505-2E9C-101B-9397-08002B2CF9AE}" pid="6" name="Producer">
    <vt:lpwstr>Canva</vt:lpwstr>
  </property>
  <property fmtid="{D5CDD505-2E9C-101B-9397-08002B2CF9AE}" pid="7" name="containsAiGeneratedContent">
    <vt:lpwstr>Yes</vt:lpwstr>
  </property>
</Properties>
</file>